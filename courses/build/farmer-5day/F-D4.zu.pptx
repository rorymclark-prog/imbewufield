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circle: feel the compost sticks. Warm? Hot? Cold?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F-D4-S1. Sort together.</a:t>
            </a:r>
          </a:p>
          <a:p/>
          <a:p>
            <a:r>
              <a:t>Poster: F-P14</a:t>
            </a:r>
          </a:p>
          <a:p>
            <a:r>
              <a:t>Clip F-ANI-19: public/course-animations/vegetables-staples/flow-seed-or-seedling.mp4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 worm castings if the class worm farm has any.</a:t>
            </a:r>
          </a:p>
          <a:p/>
          <a:p>
            <a:r>
              <a:t>Poster: F-P14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learner fills and sows their own tray to take home on Day 5.</a:t>
            </a:r>
          </a:p>
          <a:p/>
          <a:p>
            <a:r>
              <a:t>Poster: F-P14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Water the tray first, lift with the soil ball, same depth, firm, water, mulch.</a:t>
            </a:r>
          </a:p>
          <a:p/>
          <a:p>
            <a:r>
              <a:t>Poster: F-P14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F-D4-S2. Ask what happens when cabbages are too close.</a:t>
            </a:r>
          </a:p>
          <a:p/>
          <a:p>
            <a:r>
              <a:t>Poster: F-P15</a:t>
            </a:r>
          </a:p>
          <a:p>
            <a:r>
              <a:t>Clip F-ANI-20: public/course-media/farmer-5day/F-ANI-20.mp4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colours for 15, 30, 45 if you have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Triangle pattern. Pumpkin 1–1.5 m, on the swale mound.</a:t>
            </a:r>
          </a:p>
          <a:p/>
          <a:p>
            <a:r>
              <a:t>Poster: F-P15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Facilitators check every plan before planting.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Recorder ticks names. Bed walk at 12:20.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F-D4-S3. 15-minute bug hunt. No bugs? Use cards F-IMG-40 to 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where most people start (the top). We start at the bottom.</a:t>
            </a:r>
          </a:p>
          <a:p/>
          <a:p>
            <a:r>
              <a:t>Poster: F-P16</a:t>
            </a:r>
          </a:p>
          <a:p>
            <a:r>
              <a:t>Also: F-ANI-21</a:t>
            </a:r>
          </a:p>
          <a:p>
            <a:r>
              <a:t>Clip F-ANI-21: public/course-animations/plant-guilds/Imbewu-Guilds-04-Helpful-insects.mp4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Gloves if possible, never touch your eyes, wash hands. Label the bottle. Spray late afternoon under leaves.</a:t>
            </a:r>
          </a:p>
          <a:p/>
          <a:p>
            <a:r>
              <a:t>Poster: F-P16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group protects one seedling in its bed.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F-D4-S4. Four learners with cards walk the wheel.</a:t>
            </a:r>
          </a:p>
          <a:p/>
          <a:p>
            <a:r>
              <a:t>Poster: F-P15</a:t>
            </a:r>
          </a:p>
          <a:p>
            <a:r>
              <a:t>Clip F-ANI-22: public/course-media/farmer-5day/F-ANI-22.mp4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Ask: who waters and fertilises the forest?</a:t>
            </a:r>
          </a:p>
          <a:p/>
          <a:p>
            <a:r>
              <a:t>Poster: F-P17</a:t>
            </a:r>
          </a:p>
          <a:p>
            <a:r>
              <a:t>Clip F-ANI-23: public/course-media/farmer-5day/F-ANI-23.mp4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group does one step. Best at the start of the rains.</a:t>
            </a:r>
          </a:p>
          <a:p/>
          <a:p>
            <a:r>
              <a:t>Poster: F-P17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each learner's garden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circle.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F-D4-01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EFE6D2"/>
                </a:solidFill>
                <a:latin typeface="Rockwell"/>
              </a:rPr>
              <a:t>Usuku 4 · Izitshalo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FE6D2"/>
                </a:solidFill>
                <a:latin typeface="Verdana"/>
              </a:rPr>
              <a:t>Namuhla imibhede iyaphila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Beds come alive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Morning light on five freshly layered, mulched beds with a group standing ready with seedling trays.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F-D4-02   ·   Poster F-P14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Imbewu noma isithombo?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Tshala ngqo: ubhontshisi, ummbila, ithanga, izaqathe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Izithombo kuqala: iklabishi, isipinashi, utamatisi, u-anyanisi</a:t>
            </a:r>
          </a:p>
        </p:txBody>
      </p:sp>
      <p:pic>
        <p:nvPicPr>
          <p:cNvPr id="7" name="Picture 6" descr="flow-seed-or-seedl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F-ANI-19 · play from the tablet: flow-seed-or-seedling.mp4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F-D4-03   ·   Poster F-P14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Inhlabathi yezithombo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1 i-compost : 1 isihlabathi : 1 inhlabathi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Kuhlungiwe · kumanzana, kungabi manzi kakhulu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F-P14-ART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F-P14 · Grow strong seedlings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Left column: two groups of generic seeds — large seeds going straight into a bed; small seeds going into a tray. Centre: three buckets (compost, sand, soil) pouring into a basin through a sieve; a tray of recycled containers (yoghurt tubs, egg box, toilet rolls) with holes; a finger making a hole twice as deep as a seed is wide (show the seed beside the…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F-D4-04   ·   Poster F-P14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Tshalani ithreyi lenu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Jula kabili kunembewu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Imbewu ezimbili emgodini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Ilebula · nisela · umthunzi omncane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F-IMG-23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Sowing a tray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finger making a small hole in seedling mix in a yoghurt-tub tray; two small seeds beside it for scale; a label cut from a milk bottle.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F-D4-05   ·   Poster F-P14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Kusuka ethreyini kuya embhedeni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Nisela njalo ekuseni, kancane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Qinisa izithombo isonto elilodwa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Tshala uma inamaqabunga angu-4–6, ntambama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Hardening 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seedling tray shown in three positions over a week, moving from shade into full sun (three small sun icons growing).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F-D4-06   ·   Poster F-P15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Kusondelene kakhulu? Kukude kakhulu?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Ibanga elifanele = isivuno esikhulu kunazo zonke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F-ANI-20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The spacing stick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Top-down view of a bare 1 m × 2 m bed. A 1 m stick with notches every 10 cm lies along the edge; three notches are colour-marked (Leaf, Ochre, Forest). (0–5 s) the stick is laid across the bed and pegs are placed at the Forest (45 cm) notches — two large plant shapes appear down the middle in a triangle pattern. (5–10 s) stick moves; pegs at the Ochre…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Yenzani induku yokulinganisa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Induku ye-1 m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Nqunyani uphawu njalo ku-10 cm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Makani u-15 · 30 ·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Making a spacing stick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1 m stick with notches being cut with a knife every 10 cm; three notches painted in different colours.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F-D4-08   ·   Poster F-P15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Kube kude kangakanani?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10 cm u-anyanisi, ubhitrudi · 15 cm ubhontshisi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30 cm isipinashi, ulethisi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45–50 cm iklabishi, utamatisi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F-P15 · Planting plan: spacing &amp; rotation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 55%: a 1 m × 2 m bed from above with plants placed in a triangle pattern — a middle line of large round cabbage-like heads, rows of leafy plants on either side, a dense row of thin onion-like shoots at one end, small flowers at the corners; a 1 m spacing stick lying along the edge with notches. Bottom 40%: a four-part wheel (like a clock with four…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Hlelani ephepheni kuqala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Dwebani umbhede wenu we-1 m × 2 m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Okungenani izitshalo ezi-3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Ezinkulu phakathi, u-anyanisi emaphethelweni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F-IMG-26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Bed plan on paper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hand-drawn rectangle on paper with circles of different sizes in a triangle pattern, big ones in the middle, small ones at the ends, flowers at the corners.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Tshalani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Makani ngenduku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Wonke umuntu atshale okungenani ezi-3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Niselani kancane · i-mulch phakathi kwezitshalo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Planting 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Learners on both sides of a bed transplanting seedlings with a spacing stick laid across; watering can and mulch.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Isitha noma umngane?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Tholani esisodwa sohlobo ngalunye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Bhekani ngaphansi kwamaqabunga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F-IMG-40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Pest &amp; friend card — Aphids on a 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Aphids on a stem — a pest. Clear, large, accurate enough to recognise in the garden; plain Paper background; no text. A small Leaf-green border for friends and an Ochre border for pests.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F-D4-12   ·   Poster F-P16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Khuphuka kusukela phansi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Inhlabathi ephilile · izitshalo eziningi · buka njalo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Izandla nemigoqo · mema abangane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Isifutho sasekhaya · ushevu ekugcineni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F-P16 · Healthy garden, fewer pests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tall wooden ladder with seven rungs, filling the height of the poster. Beside each rung, a small scene (bottom to top): 1 dark soil with worms and a strong plant; 2 a mixed bed with flowers; 3 a person looking under a leaf; 4 hands picking a caterpillar, a toilet-roll collar round a seedling, a net over a bed; 5 a ladybird, a bird, a frog, a spider on…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F-D4-13   ·   Poster F-P16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Isifutho sikagalikhi nopelepele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Ugalikhi + upelepele + u-anyanisi + amanzi, ubusuku bonke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Hluzani · faka insipho encane engenalutho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Inkomishi 1 ezinkomishini 4 zamanzi · hlolani kuqala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F-IMG-28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Garlic-chilli spray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On a board: a garlic bulb, red chillies, an onion, a 2 L bottle of water, a cloth strainer, a bar of plain soap, a spray bottle, and gloves.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Amakhola nezicupho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Ikhola lephepha lasendlini yangasese ezungeze isithombo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Ipulangwe lemiminzane ubusuku bonke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Collar and trap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cardboard toilet-roll tube pushed into soil around a young stem; beside it a board lifted to show slugs underneath.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F-D4-15   ·   Poster F-P15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Shintshanisa izitshalo isizini ngayinye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Ubhontshisi → Amaqabunga → Izithelo → Izimpande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F-ANI-22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Rotation wheel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Four beds arranged as quarters of a circle seen from above, each with one crop group: bean pods; leafy heads; round fruits (tomato/pumpkin shapes); roots (carrot/beetroot shown in cut-away). Every 3 s the crops rotate one quarter clockwise while the soil colour under the bean quarter darkens slightly as it passes (showing the soil being fed). A season…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F-D4-16   ·   Poster F-P17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Tshala njengehlathi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Umuthi omude · umuthi omncane · isihlahlana · amakhambi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Okumbozayo · izimpande · okukhwelayo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F-ANI-23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Seven layers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young food forest grows its layers one after another: tall canopy tree, small fruit tree, bush, herbs, spreading ground cover, a root crop shown in cut-away, and a climber twining up; fallen leaves become mulch. Generic plant shapes. (Replaces the withdrawn clip `food-forest/watch-05-seven-layers.mp4`.)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F-D4-17   ·   Poster F-P17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Tshalani umuthi wezithelo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60 × 60 × 60 cm · ukujula okufana nesikhwama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Umgodi · induku · i-mulch eshiya isikhala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Amalitha angu-20 amanzi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F-P17-ART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F-P17 · Food-forest layers &amp; planting a fruit tree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 55%: a side view of a small home food forest with seven layers, generic shapes only: a tall canopy tree, a small fruit tree, a bush, herbs, a spreading ground cover, a root crop shown in cut-away below the soil, and a climber twining up the small tree. Fallen leaves on the ground. Bottom 40%: six small steps of planting a fruit tree — a pit with…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Uhlelo lwami lokutshala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Imiphi imibhede · iziphi izitshalo kuqala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Lapho umuthi wezithelo ungaba khona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My garden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hand-drawn map on paper seen from above: a house square, a north arrow, a tap, blue arrows of water, a sun symbol on the north side, a circle marking zone 1. Pencil and crayon style.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F-D4-19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Kusasa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Lethani imbewu yokwabelana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Izitifiketi ngo-15:15 — imindeni yamukelekile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Closing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Late-afternoon warm light; a circle of standing people, one holding up a hand to speak; tools laid neatly on a tarp in the centre.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