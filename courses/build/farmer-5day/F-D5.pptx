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circle; seed on the seed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F-D5-S1. Read the packet: F1 or hybrid means don't save.</a:t>
            </a:r>
          </a:p>
          <a:p/>
          <a:p>
            <a:r>
              <a:t>Poster: F-P18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 chosen plants with a ribbon.</a:t>
            </a:r>
          </a:p>
          <a:p/>
          <a:p>
            <a:r>
              <a:t>Poster: F-P18</a:t>
            </a:r>
          </a:p>
          <a:p>
            <a:r>
              <a:t>Clip F-ANI-24: public/course-animations/seeds-sovereignty/seed-selecting-parents.mp4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Groups shell beans or maize.</a:t>
            </a:r>
          </a:p>
          <a:p/>
          <a:p>
            <a:r>
              <a:t>Poster: F-P18</a:t>
            </a:r>
          </a:p>
          <a:p>
            <a:r>
              <a:t>Clip F-ANI-25: public/course-animations/seeds-sovereignty/seed-dry-processing.mp4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class ferment started 2 days ago.</a:t>
            </a:r>
          </a:p>
          <a:p/>
          <a:p>
            <a:r>
              <a:t>Poster: F-P18</a:t>
            </a:r>
          </a:p>
          <a:p>
            <a:r>
              <a:t>Clip F-ANI-27: public/course-media/farmer-5day/F-ANI-27.mp4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the seed swap: take up to 5 packets; bring back double next season.</a:t>
            </a:r>
          </a:p>
          <a:p/>
          <a:p>
            <a:r>
              <a:t>Poster: F-P18</a:t>
            </a:r>
          </a:p>
          <a:p>
            <a:r>
              <a:t>Clip F-ANI-26: public/course-animations/seeds-sovereignty/new_seed-storage-jar-vs-bag.mp4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F-D5-S2. Colours: dark green (iron), orange (vitamin A), beans (growing).</a:t>
            </a:r>
          </a:p>
          <a:p/>
          <a:p>
            <a:r>
              <a:t>Poster: F-P19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food cards per group (F-IMG-50 to 65).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 the local planting calendar; frost areas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[APP] twin: log the harvest in Records → Picked. Then the garden handover roster.</a:t>
            </a:r>
          </a:p>
          <a:p/>
          <a:p>
            <a:r>
              <a:t>Clip F-ANI-28: public/course-animations/market-community/watch-09-surplus-routes.mp4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F-D5-S3. If it all goes in one pocket, you never know if the garden helps.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scenario cards in day-5.md S3.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writes their card's lines. [APP] twin: Records → Sold and Spent; scan a till slip in a Spent entry.</a:t>
            </a:r>
          </a:p>
          <a:p/>
          <a:p>
            <a:r>
              <a:t>Poster: F-P20</a:t>
            </a:r>
          </a:p>
          <a:p>
            <a:r>
              <a:t>Clip F-ANI-29: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own time is worth something too — Farmer Money course goes deeper.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F-D5-S4. Read the example plan.</a:t>
            </a:r>
          </a:p>
          <a:p/>
          <a:p>
            <a:r>
              <a:t>Poster: F-P21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buddy's name on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F-D5-S5. forms.md §5 and §6. Return to the "Our hopes" drawings.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each name clearly; hand personally; photo only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circle, final register, tools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F-D5-01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5 · Seed, food,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Closing the circle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Seed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table covered with small labelled heaps of different seeds (beans of many colours, maize, pumpkin seed) and paper envelopes; hands reaching 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F-D5-02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Where does your seed come from?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Open-pollinated: save it for ever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Hybrid (F1): don't save it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Treated seed is poison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F-P18-ART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F-P18 · Save your 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Top: two seed packets. Left packet leads to three generations of similar healthy plants (open-pollinated); right packet (marked with a small generic "F1" style badge shape — no letters, use a distinct symbol like a double circle) leads to one good plant then mixed, uneven small plants. Middle left: dry bean pods rattling on the plant, hands shelling,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F-D5-03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Choose the parents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The best plants · many plants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Never the first to bolt</a:t>
            </a:r>
          </a:p>
        </p:txBody>
      </p:sp>
      <p:pic>
        <p:nvPicPr>
          <p:cNvPr id="7" name="Picture 6" descr="seed-selecting-par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F-ANI-24 · play from the tablet: seed-selecting-parents.mp4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F-D5-04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Dry method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Dry on the plant until it rattles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Dry is when it snaps</a:t>
            </a:r>
          </a:p>
        </p:txBody>
      </p:sp>
      <p:pic>
        <p:nvPicPr>
          <p:cNvPr id="9" name="Picture 8" descr="seed-dry-proces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F-ANI-25 · play from the tablet: seed-dry-processing.mp4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F-D5-05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Wet method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Tomato seed in a jar, 2–3 days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Rinse · dry thin in the shade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F-ANI-27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Tomato seed ferment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ripe tomato cut in half; seeds and jelly scooped with a spoon into a small glass jar; a little water added; cloth tied over the top. Sun/moon icons cycle 3 times; a thin white skin forms on the surface. The skin and floating seeds are poured off; the heavy seeds at the bottom are tipped into a sieve and rinsed under a stream from a jug; then spread…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F-D5-06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Store and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Cool · dark · dry · labelled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10 seeds on a damp cloth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8 sprout = good seed</a:t>
            </a:r>
          </a:p>
        </p:txBody>
      </p:sp>
      <p:pic>
        <p:nvPicPr>
          <p:cNvPr id="7" name="Picture 6" descr="new_seed-storage-jar-vs-b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F-ANI-26 · play from the tablet: new_seed-storage-jar-vs-bag.mp4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F-D5-07   ·   Poster F-P19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family 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Half vegetables and fruit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Quarter starch · quarter beans, eggs, meat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F-P19-ART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F-P19 · Eat the rainbow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large round enamel plate from above, divided: half filled with vegetables and fruit of many colours (dark green leaves, orange pumpkin slices, red tomato, purple beetroot), a quarter with pap, a quarter with beans and an egg. Around the plate, a family: a gogo, a mother, a toddler on a lap, a school child — eating together. Along the bottom, four small…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Plate game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3 plates for a family with a small child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At least 4 colours in the 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F-IMG-50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Food card — dark green leaves bundle (spinach/morogo)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Dark green leaves bundle (spinach/morogo) as it looks in a South African kitchen, on a plain Paper background, no text. Sized to be cut out and placed on a paper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 year of 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Summer crops · winter crops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Something to pick every month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year of colour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circular calendar ring divided into 12 segments, the top half (summer) full of warm-season vegetable shapes, the bottom half (winter) of cool-season leaf and root shapes.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Weigh and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Eaten · shared · sold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Write it on the harvest page</a:t>
            </a:r>
          </a:p>
        </p:txBody>
      </p:sp>
      <p:pic>
        <p:nvPicPr>
          <p:cNvPr id="9" name="Picture 8" descr="watch-09-surplus-rou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F-ANI-28 · play from the tablet: watch-09-surplus-routes.mp4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F-D5-11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Two pockets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House money · garden money · savings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F-P20-ART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F-P20 · Money in, money 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Top: three tins on a table with picture icons (a house, a seedling, a small safe/piggy-bank-like clay pot). Arrows: vegetables being handed to a buyer and notes coming back into the seedling tin; notes going out of the seedling tin to a seed packet, a manure bag and a taxi. Middle: an open exercise book with two ruled columns — one with a green arrow…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Market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R200 in the garden tin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Act out your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Move the money between tins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Market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small roadside table of bunches of greens and tomatoes; a buyer handing over notes; three tins on the table with house, seedling and savings-pot icons.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F-D5-13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Money in, money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Date · what · in · out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Write it the same day</a:t>
            </a:r>
          </a:p>
        </p:txBody>
      </p:sp>
      <p:pic>
        <p:nvPicPr>
          <p:cNvPr id="7" name="Picture 6" descr="watch-04-farm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F-ANI-29 · play from the tablet: watch-04-farm-record.mp4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Cost per bunch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R100 spent ÷ 40 bunches = R2.50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Shop price? Check locally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Set a fair price in between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Cost per bunch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Visual sum: a seed packet + a manure bag + a water drop + a taxi → one bed → a row of 40 small bunches.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F-D5-15   ·   Poster F-P21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My next 90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First 2 weeks · by 6 weeks · by 90 days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F-P21-ART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F-P21 · My 90-day garden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path drawn from bottom-left to top-right through three stepping stones. Stone 1: a person mulching and starting a small compost pile beside a tap. Stone 2: the same person digging one bed north of the house and planting seedlings with a spacing stick. Stone 3: the same person harvesting leafy greens into a basket, a jar of seed on the windowsill and a…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Show your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2 minutes each to your group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Two stars and a wish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Choose your buddy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Buddies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learners from the same group shaking hands; one holding a paper plan, the other a basic phone.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How did we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Picture quiz again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Fingers 1 to 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Understand best · want to learn more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F-D5-18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Certificates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Congratulations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Certificate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facilitator handing a certificate to a smiling older woman in her Sunday best; group applauding behind.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Go 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Your mentor visits within 2 weeks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Your buddy will call you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Look after our garden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Go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The course garden at dusk: planted beds, compost heaps, the young fruit tree, the swale mound — a few people walking home along the path with seedling trays.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