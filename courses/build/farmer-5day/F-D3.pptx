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circle. Pile the learners' materials: browns, greens, manure.</a:t>
            </a:r>
          </a:p>
          <a:p/>
          <a:p>
            <a:r>
              <a:t>Picture F-IMG-14 (coming) — Dark crumbly soil: Two cupped hands holding very dark, crumbly soil with an earthworm and fine roots.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F-D3-S1. Two handfuls: under old mulch vs from a path.</a:t>
            </a:r>
          </a:p>
          <a:p/>
          <a:p>
            <a:r>
              <a:t>Poster: F-P10</a:t>
            </a:r>
          </a:p>
          <a:p>
            <a:r>
              <a:t>Clip F-ANI-13: public/course-media/farmer-5day/F-ANI-13.mp4</a:t>
            </a:r>
          </a:p>
          <a:p>
            <a:r>
              <a:t>Picture F-ANI-13 (coming) — Living soil: Cut-away of dark garden soil under mulch, magnified: earthworms tunnel, fungus threads link roots, tiny specks of life move, crumbs hold air and water droplets; a fallen leaf above is slowly broken down and pulled into the soil. (Replaces the withdrawn clip `soil-health/watch-05-living-soil.mp4`.)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handful of healthy soil holds more life than there are people in South Africa.</a:t>
            </a:r>
          </a:p>
          <a:p/>
          <a:p>
            <a:r>
              <a:t>Poster: F-P10</a:t>
            </a:r>
          </a:p>
          <a:p>
            <a:r>
              <a:t>Picture F-P10-ART (coming) — Artwork for F-P10 · Soil is alive: Top 55%: a cut-away of soil under a mulched vegetable, magnified: earthworms, a beetle, white fungus threads wrapped around roots, dark crumbs with air gaps, water droplets held in the crumbs, tiny dots for microbes. Bottom 45%: four small panels for the hand tests — (a) a hand squeezing a ball of soil, three results: falls apart / ball that crumbles / sticky ribbon between finger and thumb; (b) a clear jar with settled layers (coarse at the bottom, fine in the middle, finest on top, bits floating); (c) a nose near a handful of dark soil; (d) a spade-deep square hole with worms being counted on fingers.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Timekeeper calls the rotation. Also the tin soak test with the worm count.</a:t>
            </a:r>
          </a:p>
          <a:p/>
          <a:p>
            <a:r>
              <a:t>Poster: F-P10</a:t>
            </a:r>
          </a:p>
          <a:p>
            <a:r>
              <a:t>Clip F-ANI-14: public/course-media/farmer-5day/F-ANI-14.mp4</a:t>
            </a:r>
          </a:p>
          <a:p>
            <a:r>
              <a:t>Picture F-ANI-14 (coming) — Soil observation: Hands dig a spade-deep square of garden soil, lift it and crumble it: dark crumbs, fine roots, an earthworm, fungus threads. Beside it a pale hard lump from a path cracks apart with nothing living in it. Slow side-by-side comparison. (Replaces the withdrawn clip `soil-health/tour-soil-observation.mp4`.)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Reporter: our soil is ___, it needs ___.</a:t>
            </a:r>
          </a:p>
          <a:p/>
          <a:p>
            <a:r>
              <a:t>Picture F-IMG-15 (coming) — Organic matter answer: Split: sandy soil (loose pale grains) and clay soil (cracked plates) each receiving the same handful of dark compost from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F-D3-S2. Show the keyhole bed too: good by the kitchen and for older people.</a:t>
            </a:r>
          </a:p>
          <a:p/>
          <a:p>
            <a:r>
              <a:t>Poster: F-P13</a:t>
            </a:r>
          </a:p>
          <a:p>
            <a:r>
              <a:t>Picture F-P13-ART (coming) — Artwork for F-P13 · Beds that hold water: Top 60%: a cut-away trench bed 1 m wide in the ground with a gogo reaching to the middle from one side and a young man from the other (arms showing the reach). Layers visible like a sandwich: sticks and cardboard at the bottom, manure, green, dry grass, soil — repeated — topsoil with young plants on top, mulch, and a small lip at the edges holding water. A ruler shape on the side shows the depth (no numbers — the label does it). Bottom 30%: a round keyhole bed from above — a circle with a notch path to a woven compost basket in the centre, a person standing in the notch.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 up the bottom with the fork.</a:t>
            </a:r>
          </a:p>
          <a:p/>
          <a:p>
            <a:r>
              <a:t>Picture F-IMG-16 (coming) — Digging a trench bed: A 1 m × 2 m pegged rectangle being dug by two people; pale subsoil on one side, dark topsoil on the other; others waiting with a wheelbarrow of dry grass.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15 cm: topsoil plus compost. Lip at the edges, mulch, two buckets of water.</a:t>
            </a:r>
          </a:p>
          <a:p/>
          <a:p>
            <a:r>
              <a:t>Poster: F-P13</a:t>
            </a:r>
          </a:p>
          <a:p>
            <a:r>
              <a:t>Picture F-IMG-17 (coming) — Trench bed layers: Cut-away of the trench showing sandwich layers: sticks and cardboard, manure, green leaves, dry grass, soil, repeated; a watering can over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No-dig raised bed alternative. Bed walk: what would you do differently at home?</a:t>
            </a:r>
          </a:p>
          <a:p/>
          <a:p>
            <a:r>
              <a:t>Picture F-IMG-18 (coming) — No-dig raised bed: Wet flattened cardboard on hard ground inside a border of logs and sand-filled bottles; layers piling up above 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F-D3-S3. Start with the Compost Heap energiser.</a:t>
            </a:r>
          </a:p>
          <a:p/>
          <a:p>
            <a:r>
              <a:t>Poster: F-P11</a:t>
            </a:r>
          </a:p>
          <a:p>
            <a:r>
              <a:t>Also: F-ANI-15</a:t>
            </a:r>
          </a:p>
          <a:p>
            <a:r>
              <a:t>Picture F-P11-ART (coming) — Artwork for F-P11 · Build a compost heap: A tall cut-away of a 1 m compost heap with visible layers from the bottom: sticks/stalks (with air gaps), thick yellow-brown dry grass, a thin green layer of fresh cuttings and peels, a dark thin manure layer, a sprinkle of soil, a watering can pouring — repeated three times, topped with a dry-grass blanket and a long stick pushed into the middle. Beside it, four round icons: a green leaf, a brown dry leaf, a water drop, and an air swirl. Bottom strip: a hand squeezing a handful with two drops falling; a hand feeling the warm stick; a fork turning the heap.</a:t>
            </a:r>
          </a:p>
          <a:p>
            <a:r>
              <a:t>Clip F-ANI-15: public/course-animations/soil-health/flow-compost-materials.mp4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Size matters: big enough to get hot.</a:t>
            </a:r>
          </a:p>
          <a:p/>
          <a:p>
            <a:r>
              <a:t>Poster: F-P11</a:t>
            </a:r>
          </a:p>
          <a:p>
            <a:r>
              <a:t>Clip F-ANI-16: public/course-animations/soil-health/flow-build-compost-heap.mp4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minutes. Squeeze test each group. Pull the stick in 3 days: warm means working.</a:t>
            </a:r>
          </a:p>
          <a:p/>
          <a:p>
            <a:r>
              <a:t>Picture F-IMG-19 (coming) — Building the heap: A group of five building a 1 m compost heap in layers; a long stick standing in the middle; piles of browns and greens beside.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Weeds with seeds only if the heap gets hot.</a:t>
            </a:r>
          </a:p>
          <a:p/>
          <a:p>
            <a:r>
              <a:t>Picture F-IMG-20 (coming) — Never in the heap: A row of items each with a clear red circle-and-slash overlay: a bone, a bottle, a tin, a cooking-oil bottle, a plastic bag, a 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group does one step. Agree who stirs.</a:t>
            </a:r>
          </a:p>
          <a:p/>
          <a:p>
            <a:r>
              <a:t>Poster: F-P12</a:t>
            </a:r>
          </a:p>
          <a:p>
            <a:r>
              <a:t>Clip F-ANI-17: public/course-media/farmer-5day/F-ANI-17.mp4</a:t>
            </a:r>
          </a:p>
          <a:p>
            <a:r>
              <a:t>Picture F-ANI-17 (coming) — Liquid manure drum: Side cut-away of a 20 L plastic drum. (0–3 s) a hand lowers a hessian sack of dark manure on a string tied to a stick laid across the drum mouth. (3–6 s) water pours in to near the brim, a few green leaves added, lid placed. (6–10 s) a day-counter shown as sun/moon icons cycling 14 times while a stick stirs every few cycles; the water darkens to strong-tea brown. (10–15 s) one cup of the dark liquid poured into a watering can beside ten cups of clear water (cups appear one by one); the can waters the soil around a plant, not the leaves. No text, no numbers — the cups show the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F-D3-S4. Each group does one step. Worm tea 1:10.</a:t>
            </a:r>
          </a:p>
          <a:p/>
          <a:p>
            <a:r>
              <a:t>Poster: F-P12</a:t>
            </a:r>
          </a:p>
          <a:p>
            <a:r>
              <a:t>Clip F-ANI-18: public/course-media/farmer-5day/F-ANI-18.mp4</a:t>
            </a:r>
          </a:p>
          <a:p>
            <a:r>
              <a:t>Picture F-ANI-18 (coming) — Worm farm layers: Two stacked containers in shade, front cut-away. Top: holes in the base, damp shredded paper bedding, a handful of red worms placed on it, vegetable peels added to one side, a damp sack laid over. Time passes (sun/moon icons): peels shrink, dark crumbly castings build up, a few drops of dark liquid drip through the holes into the bottom container, which is tapped into a jug. Show a citrus peel and an onion being pushed away with a gentle 'no' shake gesture (no text).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 manure. Never leave soil bare.</a:t>
            </a:r>
          </a:p>
          <a:p/>
          <a:p>
            <a:r>
              <a:t>Picture F-IMG-21 (coming) — Green manure: A bed of dense bushy legume plants being cut at flowering and laid on the soil as mulch.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each learner's garden map. Group checks each map.</a:t>
            </a:r>
          </a:p>
          <a:p/>
          <a:p>
            <a:r>
              <a:t>Picture F-IMG-04 (coming) — My garden map: A hand-drawn map on paper seen from above: a house square, a north arrow, a tap, blue arrows of water, a sun symbol on the north side, a circle marking zone 1. Pencil and crayon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circle. Remind: seed to share on Day 5.</a:t>
            </a:r>
          </a:p>
          <a:p/>
          <a:p>
            <a:r>
              <a:t>Picture F-IMG-05 (coming) — Closing circle: Late-afternoon warm light; a circle of standing people, one holding up a hand to speak; tools laid neatly on a tarp in the centre.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3175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20116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73706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27295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80884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234474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288063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341653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395242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448831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502421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556010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609600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663189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716778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770368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823957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877546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931136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984725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1038315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1091904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1145493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97880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Grow Food, Grow Strong  ·  F-D3-01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8840" y="5897880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1 /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FC4AA"/>
                </a:solidFill>
                <a:latin typeface="Verdana"/>
              </a:rPr>
              <a:t>DAY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EFE6D2"/>
                </a:solidFill>
                <a:latin typeface="Rockwell"/>
              </a:rPr>
              <a:t>Day 3 · Living soil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2D1BA"/>
                </a:solidFill>
                <a:latin typeface="Verdana"/>
              </a:rPr>
              <a:t>Feed the soil, the soil feeds the plant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8F4EB"/>
          </a:solidFill>
          <a:ln w="5080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Dark crumbly soil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Alive or dead?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Smell · colour · crumbs · roots · worms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Living soil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CLIP · F-ANI-13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What lives in soil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Worms, beetles, fungi, bacteria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They turn dead plants into plant food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F-P10 · Soil is alive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F-P10-ART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4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Four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Squeeze · Jar · Smell &amp; look · Worms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1672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7 minutes each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82000" y="2996184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Soil observation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CLIP · F-ANI-14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What does our soil need?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Sandy or clay — the same answer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Organic matter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Organic matter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Dig once, feed for years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1 m wide — never step in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50–60 cm deep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Layers like a sandwich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F-P13 · Beds that hold water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F-P13-ART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7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Dig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Peg 1 m × 2 m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Topsoil one side, subsoil the other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81508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Swap every 10 minutes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Digging a trench bed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8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Coarse → manure → green → dry → soil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Water every layer · repeat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Subsoil in the middle, never on top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Trench bed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Hard ground?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Build up, not down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Wet cardboard, then the same layers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No-dig raised 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10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Waste into food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Green · Brown · Water · Air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F-P11 · Build a compost heap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F-P11-ART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The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2–3 buckets brown : 1 green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Damp like a squeezed cloth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1 m × 1 m × 1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low-build-compost-he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62962"/>
            <a:ext cx="5388864" cy="303123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flow-build-compost-heap.mp4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12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Build your heap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Sticks at the bottom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Brown · green · manure · soil · water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46735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Stick in the middle, cover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Building the heap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Never in the heap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Meat, bones, oil, dairy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Plastic, glass, tins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Pet or human waste · sick plants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Never in the heap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14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Liquid manure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Manure in a sack, in a drum of water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Stir every 2–3 days for 2 weeks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1 cup to 10 cups water, on the soil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82000" y="2996184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Liquid manure drum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CLIP · F-ANI-17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15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Worm farm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Red compost worms, not garden worms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Damp paper bedding · peels · shade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No citrus, onion, meat, oil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82000" y="2996184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Worm farm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CLIP · F-ANI-18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Plants that feed the soil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Summer: beans, cowpeas, lablab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Winter: oats, peas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Cut before flowers, lay as mulch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Green manure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17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My soil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Where my compost goes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Where my first bed goes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Where my mulch comes from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My garden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Tonight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Start a compost pile at home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Bring containers for seedlings tomorrow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Closing circle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