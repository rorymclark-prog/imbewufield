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circle. Pile the learners' materials: browns, greens, manure.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F-D3-S1. Two handfuls: under old mulch vs from a path.</a:t>
            </a:r>
          </a:p>
          <a:p/>
          <a:p>
            <a:r>
              <a:t>Poster: F-P10</a:t>
            </a:r>
          </a:p>
          <a:p>
            <a:r>
              <a:t>Clip F-ANI-13: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handful of healthy soil holds more life than there are people in South Africa.</a:t>
            </a:r>
          </a:p>
          <a:p/>
          <a:p>
            <a:r>
              <a:t>Poster: F-P10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Timekeeper calls the rotation. Also the tin soak test with the worm count.</a:t>
            </a:r>
          </a:p>
          <a:p/>
          <a:p>
            <a:r>
              <a:t>Poster: F-P10</a:t>
            </a:r>
          </a:p>
          <a:p>
            <a:r>
              <a:t>Clip F-ANI-14: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Reporter: our soil is ___, it needs ___.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F-D3-S2. Show the keyhole bed too: good by the kitchen and for older people.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up the bottom with the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15 cm: topsoil plus compost. Lip at the edges, mulch, two buckets of water.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No-dig raised bed alternative. Bed walk: what would you do differently at home?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F-D3-S3. Start with the Compost Heap energiser.</a:t>
            </a:r>
          </a:p>
          <a:p/>
          <a:p>
            <a:r>
              <a:t>Poster: F-P11</a:t>
            </a:r>
          </a:p>
          <a:p>
            <a:r>
              <a:t>Also: F-ANI-15</a:t>
            </a:r>
          </a:p>
          <a:p>
            <a:r>
              <a:t>Clip F-ANI-15: public/course-animations/soil-health/flow-compost-materials.mp4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matters: big enough to get hot.</a:t>
            </a:r>
          </a:p>
          <a:p/>
          <a:p>
            <a:r>
              <a:t>Poster: F-P11</a:t>
            </a:r>
          </a:p>
          <a:p>
            <a:r>
              <a:t>Clip F-ANI-16: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minutes. Squeeze test each group. Pull the stick in 3 days: warm means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Weeds with seeds only if the heap gets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Agree who stirs.</a:t>
            </a:r>
          </a:p>
          <a:p/>
          <a:p>
            <a:r>
              <a:t>Poster: F-P12</a:t>
            </a:r>
          </a:p>
          <a:p>
            <a:r>
              <a:t>Clip F-ANI-17: public/course-media/farmer-5day/F-ANI-17.mp4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F-D3-S4. Each group does one step. Worm tea 1:10.</a:t>
            </a:r>
          </a:p>
          <a:p/>
          <a:p>
            <a:r>
              <a:t>Poster: F-P12</a:t>
            </a:r>
          </a:p>
          <a:p>
            <a:r>
              <a:t>Clip F-ANI-18: public/course-media/farmer-5day/F-ANI-18.mp4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manure. Never leave soil bare.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 Group checks each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 Remind: seed to share on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3 ·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Feed the soil, the soil feeds the 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Dark crumbly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cupped hands holding very dark, crumbly soil with an earthworm and fine roots.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F-D3-02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Alive or dead?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Smell · colour · crumbs · roots · worms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F-ANI-13 · play from the tablet: watch-05-living-soil.mp4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F-D3-03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What lives in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Worms, beetles, fungi, bacteria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They turn dead plants into plant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F-P10 · Soil is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cut-away of soil under a mulched vegetable, magnified: earthworms, a beetle, white fungus threads wrapped around roots, dark crumbs with air gaps, water droplets held in the crumbs, tiny dots for microbes. Bottom 45%: four small panels for the hand tests — (a) a hand squeezing a ball of soil, three results: falls apart / ball that crumbles /…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F-D3-04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Four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Squeeze · Jar · Smell &amp; look ·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7 minutes each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F-ANI-14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What does our soil need?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Sandy or clay — the same answer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Organic matter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Organic matter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Split: sandy soil (loose pale grains) and clay soil (cracked plates) each receiving the same handful of dark compost from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F-D3-06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 once, feed for 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wide — never step 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50–60 cm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Layers like a sandwich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F-P13 · Beds that hold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60%: a cut-away trench bed 1 m wide in the ground with a gogo reaching to the middle from one side and a young man from the other (arms showing the reach). Layers visible like a sandwich: sticks and cardboard at the bottom, manure, green, dry grass, soil — repeated — topsoil with young plants on top, mulch, and a small lip at the edges holding water.…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Peg 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Topsoil one side, subsoil the other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Swap every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a trench 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× 2 m pegged rectangle being dug by two people; pale subsoil on one side, dark topsoil on the other; others waiting with a wheelbarrow of dry grass.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F-D3-08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Coarse → manure → green → dry → soil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Water every layer · repeat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Subsoil in the middle, never on 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Trench bed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the trench showing sandwich layers: sticks and cardboard, manure, green leaves, dry grass, soil, repeated; a watering can over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Hard ground?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Build up, not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Wet cardboard, then the same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No-dig raised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Wet flattened cardboard on hard ground inside a border of logs and sand-filled bottles; layers piling up above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F-D3-10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Waste into food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Green · Brown · Water · 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F-P11 · Build a compost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cut-away of a 1 m compost heap with visible layers from the bottom: sticks/stalks (with air gaps), thick yellow-brown dry grass, a thin green layer of fresh cuttings and peels, a dark thin manure layer, a sprinkle of soil, a watering can pouring — repeated three times, topped with a dry-grass blanket and a long stick pushed into the middle. Beside…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F-D3-11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mix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2–3 buckets brown : 1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Damp like a squeezed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× 1 m × 1 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F-ANI-16 · play from the tablet: watch-10-compost-heap.mp4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Build your heap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Sticks at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Brown · green · manure · soil ·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Stick in the middle, cover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Building the 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group of five building a 1 m compost heap in layers; a long stick standing in the middle; piles of browns and greens beside.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Meat, bones, oil, dairy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Plastic, glass, tins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Pet or human waste · sick plants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row of items each with a clear red circle-and-slash overlay: a bone, a bottle, a tin, a cooking-oil bottle, a plastic bag, a dog.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F-D3-14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Liquid manure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Manure in a sack, in a drum of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Stir every 2–3 days for 2 weeks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cup to 10 cups water, on the soil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Liquid manure drum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Side cut-away of a 20 L plastic drum. (0–3 s) a hand lowers a hessian sack of dark manure on a string tied to a stick laid across the drum mouth. (3–6 s) water pours in to near the brim, a few green leaves added, lid placed. (6–10 s) a day-counter shown as sun/moon icons cycling 14 times while a stick stirs every few cycles; the water darkens to…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F-D3-15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Worm farm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Red compost worms, not garden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Damp paper bedding · peels · shade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No citrus, onion, meat, 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Worm farm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stacked containers in shade, front cut-away. Top: holes in the base, damp shredded paper bedding, a handful of red worms placed on it, vegetable peels added to one side, a damp sack laid over. Time passes (sun/moon icons): peels shrink, dark crumbly castings build up, a few drops of dark liquid drip through the holes into the bottom container, which…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Plants that feed the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Summer: beans, cowpeas, lablab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Winter: oats, peas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Cut before flowers, lay as mulch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Green manure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bed of dense bushy legume plants being cut at flowering and laid on the soil as mulch.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soil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compost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first bed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mulch comes from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Start a compost pile at home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containers for seedlings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