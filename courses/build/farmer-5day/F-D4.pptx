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circle: feel the compost sticks. Warm? Hot? Cold?</a:t>
            </a:r>
          </a:p>
          <a:p/>
          <a:p>
            <a:r>
              <a:t>Picture F-IMG-22 (coming) — Beds come alive: Morning light on five freshly layered, mulched beds with a group standing ready with seedling trays.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F-D4-S1. Sort together.</a:t>
            </a:r>
          </a:p>
          <a:p/>
          <a:p>
            <a:r>
              <a:t>Poster: F-P14</a:t>
            </a:r>
          </a:p>
          <a:p>
            <a:r>
              <a:t>Clip F-ANI-19: public/course-animations/vegetables-staples/flow-seed-or-seedling.mp4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worm castings if the class worm farm has any.</a:t>
            </a:r>
          </a:p>
          <a:p/>
          <a:p>
            <a:r>
              <a:t>Poster: F-P14</a:t>
            </a:r>
          </a:p>
          <a:p>
            <a:r>
              <a:t>Picture F-P14-ART (coming) — Artwork for F-P14 · Grow strong seedlings: Left column: two groups of generic seeds — large seeds going straight into a bed; small seeds going into a tray. Centre: three buckets (compost, sand, soil) pouring into a basin through a sieve; a tray of recycled containers (yoghurt tubs, egg box, toilet rolls) with holes; a finger making a hole twice as deep as a seed is wide (show the seed beside the hole for scale). Right column: a sequence of the same seedling — in light shade being watered with a fine rose → moved into more sun over several days (sun icons increasing) → planted into a bed at the same depth in late-afternoon light, mulched.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learner fills and sows their own tray to take home on Day 5.</a:t>
            </a:r>
          </a:p>
          <a:p/>
          <a:p>
            <a:r>
              <a:t>Poster: F-P14</a:t>
            </a:r>
          </a:p>
          <a:p>
            <a:r>
              <a:t>Picture F-IMG-23 (coming) — Sowing a tray: A finger making a small hole in seedling mix in a yoghurt-tub tray; two small seeds beside it for scale; a label cut from a milk bottle.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 the tray first, lift with the soil ball, same depth, firm, water, mulch.</a:t>
            </a:r>
          </a:p>
          <a:p/>
          <a:p>
            <a:r>
              <a:t>Poster: F-P14</a:t>
            </a:r>
          </a:p>
          <a:p>
            <a:r>
              <a:t>Picture F-IMG-24 (coming) — Hardening off: A seedling tray shown in three positions over a week, moving from shade into full sun (three small sun icons growing).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F-D4-S2. Ask what happens when cabbages are too close.</a:t>
            </a:r>
          </a:p>
          <a:p/>
          <a:p>
            <a:r>
              <a:t>Poster: F-P15</a:t>
            </a:r>
          </a:p>
          <a:p>
            <a:r>
              <a:t>Clip F-ANI-20: public/course-media/farmer-5day/F-ANI-20.mp4</a:t>
            </a:r>
          </a:p>
          <a:p>
            <a:r>
              <a:t>Picture F-ANI-20 (coming) — The spacing stick: Top-down view of a bare 1 m × 2 m bed. A 1 m stick with notches every 10 cm lies along the edge; three notches are colour-marked (Leaf, Ochre, Forest). (0–5 s) the stick is laid across the bed and pegs are placed at the Forest (45 cm) notches — two large plant shapes appear down the middle in a triangle pattern. (5–10 s) stick moves; pegs at the Ochre (30 cm) notches — leafy plants fill in either side. (10–15 s) stick at the ends; pegs every notch (10 cm) — a dense row of thin onion-like shoots; small flowers at the corners. Final frame holds the full, evenly spaced 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colours for 15, 30, 45 if you have them.</a:t>
            </a:r>
          </a:p>
          <a:p/>
          <a:p>
            <a:r>
              <a:t>Picture F-IMG-25 (coming) — Making a spacing stick: A 1 m stick with notches being cut with a knife every 10 cm; three notches painted in different colours.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Triangle pattern. Pumpkin 1–1.5 m, on the swale mound.</a:t>
            </a:r>
          </a:p>
          <a:p/>
          <a:p>
            <a:r>
              <a:t>Poster: F-P15</a:t>
            </a:r>
          </a:p>
          <a:p>
            <a:r>
              <a:t>Picture F-P15-ART (coming) — Artwork for F-P15 · Planting plan: spacing &amp; rotation: Top 55%: a 1 m × 2 m bed from above with plants placed in a triangle pattern — a middle line of large round cabbage-like heads, rows of leafy plants on either side, a dense row of thin onion-like shoots at one end, small flowers at the corners; a 1 m spacing stick lying along the edge with notches. Bottom 40%: a four-part wheel (like a clock with four segments) with arrows turning clockwise: a bean pod → a leafy head → a round fruit (tomato/pumpkin shape) → a root (carrot/beetroot shape) → back to the bean pod.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Facilitators check every plan before planting.</a:t>
            </a:r>
          </a:p>
          <a:p/>
          <a:p>
            <a:r>
              <a:t>Picture F-IMG-26 (coming) — Bed plan on paper: A hand-drawn rectangle on paper with circles of different sizes in a triangle pattern, big ones in the middle, small ones at the ends, flowers at the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Recorder ticks names. Bed walk at 12:20.</a:t>
            </a:r>
          </a:p>
          <a:p/>
          <a:p>
            <a:r>
              <a:t>Picture F-IMG-27 (coming) — Planting out: Learners on both sides of a bed transplanting seedlings with a spacing stick laid across; watering can and mulch.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F-D4-S3. 15-minute bug hunt. No bugs? Use cards F-IMG-40 to 45.</a:t>
            </a:r>
          </a:p>
          <a:p/>
          <a:p>
            <a:r>
              <a:t>Picture F-IMG-40 (coming) — Pest &amp; friend card — Aphids on a stem: Aphids on a stem — a pest. Clear, large, accurate enough to recognise in the garden; plain Paper background; no text. A small Leaf-green border for friends and an Ochre border for pests.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where most people start (the top). We start at the bottom.</a:t>
            </a:r>
          </a:p>
          <a:p/>
          <a:p>
            <a:r>
              <a:t>Poster: F-P16</a:t>
            </a:r>
          </a:p>
          <a:p>
            <a:r>
              <a:t>Also: F-ANI-21</a:t>
            </a:r>
          </a:p>
          <a:p>
            <a:r>
              <a:t>Picture F-P16-ART (coming) — Artwork for F-P16 · Healthy garden, fewer pests: A tall wooden ladder with seven rungs, filling the height of the poster. Beside each rung, a small scene (bottom to top): 1 dark soil with worms and a strong plant; 2 a mixed bed with flowers; 3 a person looking under a leaf; 4 hands picking a caterpillar, a toilet-roll collar round a seedling, a net over a bed; 5 a ladybird, a bird, a frog, a spider on its web; 6 a 2 ℓ bottle with garlic and chilli beside it and a spray bottle; 7 (top, greyed and smaller) a generic chemical container with gloves and a mask.</a:t>
            </a:r>
          </a:p>
          <a:p>
            <a:r>
              <a:t>Clip F-ANI-21: public/course-animations/plant-guilds/Imbewu-Guilds-04-Helpful-insects.mp4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Gloves if possible, never touch your eyes, wash hands. Label the bottle. Spray late afternoon under leaves.</a:t>
            </a:r>
          </a:p>
          <a:p/>
          <a:p>
            <a:r>
              <a:t>Poster: F-P16</a:t>
            </a:r>
          </a:p>
          <a:p>
            <a:r>
              <a:t>Picture F-IMG-28 (coming) — Garlic-chilli spray: On a board: a garlic bulb, red chillies, an onion, a 2 L bottle of water, a cloth strainer, a bar of plain soap, a spray bottle, and gloves.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group protects one seedling in its bed.</a:t>
            </a:r>
          </a:p>
          <a:p/>
          <a:p>
            <a:r>
              <a:t>Picture F-IMG-29 (coming) — Collar and trap: A cardboard toilet-roll tube pushed into soil around a young stem; beside it a board lifted to show slugs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F-D4-S4. Four learners with cards walk the wheel.</a:t>
            </a:r>
          </a:p>
          <a:p/>
          <a:p>
            <a:r>
              <a:t>Poster: F-P15</a:t>
            </a:r>
          </a:p>
          <a:p>
            <a:r>
              <a:t>Clip F-ANI-22: public/course-media/farmer-5day/F-ANI-22.mp4</a:t>
            </a:r>
          </a:p>
          <a:p>
            <a:r>
              <a:t>Picture F-ANI-22 (coming) — Rotation wheel: Four beds arranged as quarters of a circle seen from above, each with one crop group: bean pods; leafy heads; round fruits (tomato/pumpkin shapes); roots (carrot/beetroot shown in cut-away). Every 3 s the crops rotate one quarter clockwise while the soil colour under the bean quarter darkens slightly as it passes (showing the soil being fed). A season icon (sun → leaf fall → cold → rain) turns in the centre.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who waters and fertilises the forest?</a:t>
            </a:r>
          </a:p>
          <a:p/>
          <a:p>
            <a:r>
              <a:t>Poster: F-P17</a:t>
            </a:r>
          </a:p>
          <a:p>
            <a:r>
              <a:t>Clip F-ANI-23: public/course-media/farmer-5day/F-ANI-23.mp4</a:t>
            </a:r>
          </a:p>
          <a:p>
            <a:r>
              <a:t>Picture F-ANI-23 (coming) — Seven layers: A young food forest grows its layers one after another: tall canopy tree, small fruit tree, bush, herbs, spreading ground cover, a root crop shown in cut-away, and a climber twining up; fallen leaves become mulch. Generic plant shapes. (Replaces the withdrawn clip `food-forest/watch-05-seven-layers.mp4`.)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group does one step. Best at the start of the rains.</a:t>
            </a:r>
          </a:p>
          <a:p/>
          <a:p>
            <a:r>
              <a:t>Poster: F-P17</a:t>
            </a:r>
          </a:p>
          <a:p>
            <a:r>
              <a:t>Picture F-P17-ART (coming) — Artwork for F-P17 · Food-forest layers &amp; planting a fruit tree: Top 55%: a side view of a small home food forest with seven layers, generic shapes only: a tall canopy tree, a small fruit tree, a bush, herbs, a spreading ground cover, a root crop shown in cut-away below the soil, and a climber twining up the small tree. Fallen leaves on the ground. Bottom 40%: six small steps of planting a fruit tree — a pit with topsoil and subsoil in separate piles; compost being mixed in; the tree placed so the soil level matches the bag line; a basin ring of soil; a stake on the windy side with a loose tie; water and a mulch ring with a gap at the trunk.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each learner's garden map.</a:t>
            </a:r>
          </a:p>
          <a:p/>
          <a:p>
            <a:r>
              <a:t>Picture F-IMG-04 (coming) — My garden map: A hand-drawn map on paper seen from above: a house square, a north arrow, a tap, blue arrows of water, a sun symbol on the north side, a circle marking zone 1. Pencil and crayon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circle.</a:t>
            </a:r>
          </a:p>
          <a:p/>
          <a:p>
            <a:r>
              <a:t>Picture F-IMG-05 (coming) — Closing circle: Late-afternoon warm light; a circle of standing people, one holding up a hand to speak; tools laid neatly on a tarp in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F-D4-01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DAY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Day 4 · Plants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Today the beds come alive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Beds come alive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Seed or seedling?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Straight in: beans, maize, pumpkin, carrots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Seedlings first: cabbage, spinach, tomato, onion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ow-seed-or-seed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flow-seed-or-seedling.mp4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Seedling soil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1 compost : 1 sand : 1 soil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Sieved · damp, not wet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F-P14 · Grow strong seedlings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F-P14-ART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Sow your own tray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Twice as deep as the seed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Two seeds per hole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Label · water · light shade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Sowing a tray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From tray to bed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Water every morning, gently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Harden off for a week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Plant out at 4–6 leaves, late afternoon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Hardening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Too close? Too far?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The right distance = the biggest harvest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The spacing stick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7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Make a spacing stick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1 m stick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 notch every 10 cm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32632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Mark 15 · 30 · 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Making a spacing stick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How far apart?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10 cm onion, beetroot · 15 cm beans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30 cm spinach, lettuce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45–50 cm cabbage, tomato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F-P15 · Planting plan: spacing &amp; 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F-P15-ART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9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Plan on paper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Draw your 1 m × 2 m bed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At least 3 crops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Big in the middle, onions at the ends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Bed plan on 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10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Plant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Mark with the stick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Everyone plants at least 3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Water gently · mulch between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Planting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11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Pest or friend?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Find one of each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Look under the leaves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Pest &amp; friend card — Aphids on a 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Climb from the bottom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Healthy soil · many plants · look often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Hands and barriers · invite friends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Home-made spray · poison last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F-P16 · Healthy garden, fewer pests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F-P16-ART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Garlic-chilli spray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Garlic + chilli + onion + water, overnight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Strain · add a little plain soap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1 cup to 4 cups water · test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Garlic-chilli spray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14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Collars and traps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Toilet-roll collar round a seedling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 board for slugs overnight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Collar and trap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Rotate every season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Beans → Leaves → Fruits → Roots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Rotation wheel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Plant like a forest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Tall tree · small tree · bush · herbs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Ground cover · roots · climbers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Seven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Plant a fruit tree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60 × 60 × 60 cm · same depth as the bag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Basin · stake · mulch with a gap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67352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20 litres of water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F-P17 · Food-forest layers &amp; planting a fruit 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F-P17-ART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18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My planting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Which beds · which crops first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Where a fruit tree could 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My garden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19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Tomorrow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Bring seed to share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Certificates at 15:15 — families welcome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Closing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