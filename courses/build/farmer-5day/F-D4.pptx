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feel the compost sticks. Warm? Hot? Cold?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F-D4-S1. Sort together.</a:t>
            </a:r>
          </a:p>
          <a:p/>
          <a:p>
            <a:r>
              <a:t>Poster: F-P14</a:t>
            </a:r>
          </a:p>
          <a:p>
            <a:r>
              <a:t>Clip F-ANI-19: public/course-animations/vegetables-staples/flow-seed-or-seedling.mp4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worm castings if the class worm farm has any.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fills and sows their own tray to take home on Day 5.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 the tray first, lift with the soil ball, same depth, firm, water, mulch.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F-D4-S2. Ask what happens when cabbages are too close.</a:t>
            </a:r>
          </a:p>
          <a:p/>
          <a:p>
            <a:r>
              <a:t>Poster: F-P15</a:t>
            </a:r>
          </a:p>
          <a:p>
            <a:r>
              <a:t>Clip F-ANI-20: public/course-media/farmer-5day/F-ANI-20.mp4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colours for 15, 30, 45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Triangle pattern. Pumpkin 1–1.5 m, on the swale mound.</a:t>
            </a:r>
          </a:p>
          <a:p/>
          <a:p>
            <a:r>
              <a:t>Poster: F-P15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Facilitators check every plan before planting.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Recorder ticks names. Bed walk at 12:20.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F-D4-S3. 15-minute bug hunt. No bugs? Use cards F-IMG-40 to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most people start (the top). We start at the bottom.</a:t>
            </a:r>
          </a:p>
          <a:p/>
          <a:p>
            <a:r>
              <a:t>Poster: F-P16</a:t>
            </a:r>
          </a:p>
          <a:p>
            <a:r>
              <a:t>Also: F-ANI-21</a:t>
            </a:r>
          </a:p>
          <a:p>
            <a:r>
              <a:t>Clip F-ANI-21: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Gloves if possible, never touch your eyes, wash hands. Label the bottle. Spray late afternoon under leaves.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protects one seedling in its 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F-D4-S4. Four learners with cards walk the wheel.</a:t>
            </a:r>
          </a:p>
          <a:p/>
          <a:p>
            <a:r>
              <a:t>Poster: F-P15</a:t>
            </a:r>
          </a:p>
          <a:p>
            <a:r>
              <a:t>Clip F-ANI-22: public/course-media/farmer-5day/F-ANI-22.mp4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waters and fertilises the forest?</a:t>
            </a:r>
          </a:p>
          <a:p/>
          <a:p>
            <a:r>
              <a:t>Poster: F-P17</a:t>
            </a:r>
          </a:p>
          <a:p>
            <a:r>
              <a:t>Clip F-ANI-23: public/course-animations/food-forest/watch-05-seven-layers.mp4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Best at the start of the rains.</a:t>
            </a:r>
          </a:p>
          <a:p/>
          <a:p>
            <a:r>
              <a:t>Poster: F-P17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F-D4-01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4 ·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Today the beds come alive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Beds come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Morning light on five freshly layered, mulched beds with a group standing ready with seedling trays.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F-D4-02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Seed or seedling?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Straight in: beans, maize, pumpkin, carrots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Seedlings first: cabbage, spinach, tomato, onion</a:t>
            </a:r>
          </a:p>
        </p:txBody>
      </p:sp>
      <p:pic>
        <p:nvPicPr>
          <p:cNvPr id="7" name="Picture 6" descr="flow-seed-or-seed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F-ANI-19 · play from the tablet: flow-seed-or-seedling.mp4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F-D4-03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Seedling soil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1 compost : 1 sand : 1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Sieved · damp, not wet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F-P14 · Grow strong seedlings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Left column: two groups of generic seeds — large seeds going straight into a bed; small seeds going into a tray. Centre: three buckets (compost, sand, soil) pouring into a basin through a sieve; a tray of recycled containers (yoghurt tubs, egg box, toilet rolls) with holes; a finger making a hole twice as deep as a seed is wide (show the seed beside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F-D4-04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Sow your own tray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Twice as deep as the seed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Two seeds per hole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Label · water · light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Sowing a tray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finger making a small hole in seedling mix in a yoghurt-tub tray; two small seeds beside it for scale; a label cut from a milk bottle.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F-D4-05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From tray to 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Water every morning, gently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Harden off for a week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Plant out at 4–6 leaves, late afternoon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Hardening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seedling tray shown in three positions over a week, moving from shade into full sun (three small sun icons growing).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F-D4-06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Too close? Too far?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The right distance = the biggest harvest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The spacing stick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Top-down view of a bare 1 m × 2 m bed. A 1 m stick with notches every 10 cm lies along the edge; three notches are colour-marked (Leaf, Ochre, Forest). (0–5 s) the stick is laid across the bed and pegs are placed at the Forest (45 cm) notches — two large plant shapes appear down the middle in a triangle pattern. (5–10 s) stick moves; pegs at the Ochre…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Make a spacing stick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1 m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 notch every 10 cm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Mark 15 · 30 ·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Making a spacing stick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stick with notches being cut with a knife every 10 cm; three notches painted in different colours.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F-D4-08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far apart?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cm onion, beetroot · 15 cm beans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30 cm spinach, lettuce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45–50 cm cabbage, tomato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F-P15 · Planting plan: spacing &amp;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1 m × 2 m bed from above with plants placed in a triangle pattern — a middle line of large round cabbage-like heads, rows of leafy plants on either side, a dense row of thin onion-like shoots at one end, small flowers at the corners; a 1 m spacing stick lying along the edge with notches. Bottom 40%: a four-part wheel (like a clock with four…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 on paper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Draw your 1 m × 2 m bed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At least 3 crops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Big in the middle, onions at the ends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 plan on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rectangle on paper with circles of different sizes in a triangle pattern, big ones in the middle, small ones at the ends, flowers at the corners.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Mark with the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Everyone plants at least 3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Water gently · mulch between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Planting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Learners on both sides of a bed transplanting seedlings with a spacing stick laid across; watering can and mulch.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Pest or friend?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Find one of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Look under the leaves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F-IMG-40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Pest &amp; friend card — Aphids on a 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Aphids on a stem — a pest. Clear, large, accurate enough to recognise in the garden; plain Paper background; no text. A small Leaf-green border for friends and an Ochre border for pests.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F-D4-12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Climb from the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Healthy soil · many plants · look often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Hands and barriers · invite friends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Home-made spray · poison last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F-P16 · Healthy garden, fewer pests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wooden ladder with seven rungs, filling the height of the poster. Beside each rung, a small scene (bottom to top): 1 dark soil with worms and a strong plant; 2 a mixed bed with flowers; 3 a person looking under a leaf; 4 hands picking a caterpillar, a toilet-roll collar round a seedling, a net over a bed; 5 a ladybird, a bird, a frog, a spider on…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F-D4-13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Garlic + chilli + onion + water, overnight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Strain · add a little plain soap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cup to 4 cups water · test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On a board: a garlic bulb, red chillies, an onion, a 2 L bottle of water, a cloth strainer, a bar of plain soap, a spray bottle, and gloves.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Collars and traps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Toilet-roll collar round a seedling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 board for slugs overnight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Collar and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cardboard toilet-roll tube pushed into soil around a young stem; beside it a board lifted to show slugs underneath.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F-D4-15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Rotate every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Beans → Leaves → Fruits → Roots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Rotation wheel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Four beds arranged as quarters of a circle seen from above, each with one crop group: bean pods; leafy heads; round fruits (tomato/pumpkin shapes); roots (carrot/beetroot shown in cut-away). Every 3 s the crops rotate one quarter clockwise while the soil colour under the bean quarter darkens slightly as it passes (showing the soil being fed). A season…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F-D4-16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 like a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Tall tree · small tree · bush · herbs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Ground cover · roots · climbers</a:t>
            </a:r>
          </a:p>
        </p:txBody>
      </p:sp>
      <p:pic>
        <p:nvPicPr>
          <p:cNvPr id="7" name="Picture 6" descr="watch-05-seven-lay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F-ANI-23 · play from the tablet: watch-05-seven-layers.mp4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F-D4-17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 a fruit tree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60 × 60 × 60 cm · same depth as the bag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Basin · stake · mulch with a gap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20 litres of water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F-P17 · Food-forest layers &amp; planting a fruit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side view of a small home food forest with seven layers, generic shapes only: a tall canopy tree, a small fruit tree, a bush, herbs, a spreading ground cover, a root crop shown in cut-away below the soil, and a climber twining up the small tree. Fallen leaves on the ground. Bottom 40%: six small steps of planting a fruit tree — a pit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planting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Which beds · which crops first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a fruit tree could 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seed to share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Certificates at 15:15 — families welcome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