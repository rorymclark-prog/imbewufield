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circle: garden-map share in groups. Rotate roles.</a:t>
            </a:r>
          </a:p>
          <a:p/>
          <a:p>
            <a:r>
              <a:t>Picture F-IMG-06 (coming) — Storm on a slope: A dark summer storm cloud over a rural homestead on a slope; rain curtains; brown water running along a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F-D2-S1. Ask where last summer's storm water went, and where it was in September.</a:t>
            </a:r>
          </a:p>
          <a:p/>
          <a:p>
            <a:r>
              <a:t>Poster: F-P07</a:t>
            </a:r>
          </a:p>
          <a:p>
            <a:r>
              <a:t>Clip F-ANI-07: public/course-animations/water-harvesting/flow-roof-rain.mp4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Tray demo; every group's Materials person pours.</a:t>
            </a:r>
          </a:p>
          <a:p/>
          <a:p>
            <a:r>
              <a:t>Picture F-IMG-07 (coming) — Tray demo: Two shallow trays of soil tilted on bricks: one bare with water running off carrying soil into a basin; one with a line of stones and grass where water spreads and soaks. Hands pouring from 2 L bottles.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homestead from roof to soil. Ask: what is the biggest tank on your land? (the soil)</a:t>
            </a:r>
          </a:p>
          <a:p/>
          <a:p>
            <a:r>
              <a:t>Poster: F-P07</a:t>
            </a:r>
          </a:p>
          <a:p>
            <a:r>
              <a:t>Also: F-ANI-08</a:t>
            </a:r>
          </a:p>
          <a:p>
            <a:r>
              <a:t>Picture F-P07-ART (coming) — Artwork for F-P07 · Slow · Spread · Sink · Store: A homestead cross-section on a slope, left (top of slope) to right (bottom). Rain falls on a corrugated-iron roof → gutter → a first-flush pipe → a round covered tank with a tap and an overflow pipe → the overflow leads into a swale with a mound planted with small trees → below it mulched vegetable beds with a buried 2 ℓ bottle beside a plant → a washing basin tipped onto a mulched ring of banana-shaped plants (generic broad leaves) → a cut-away of soil at the bottom showing water soaking down into dark soil like a sponge. Four large soft numbered bands across the top (①②③④).</a:t>
            </a:r>
          </a:p>
          <a:p>
            <a:r>
              <a:t>Clip F-ANI-08: public/course-animations/water-harvesting/watch-04-swale-infiltration.mp4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Groups help every person mark two water catches on their garden map.</a:t>
            </a:r>
          </a:p>
          <a:p/>
          <a:p>
            <a:r>
              <a:t>Picture F-IMG-04 (coming) — My garden map: A hand-drawn map on paper seen from above: a house square, a north arrow, a tap, blue arrows of water, a sun symbol on the north side, a circle marking zone 1. Pencil and crayon style.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F-D2-S2. Say it before any tool is picked up.</a:t>
            </a:r>
          </a:p>
          <a:p/>
          <a:p>
            <a:r>
              <a:t>Picture F-IMG-08 (coming) — Tool safety: A person carrying a spade and a pick with the points down; another person standing well to the side of someone swinging a mattock; a water bottle in the shade.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to the five callouts. Not on steep slopes: use stone lines or grass strips there.</a:t>
            </a:r>
          </a:p>
          <a:p/>
          <a:p>
            <a:r>
              <a:t>Poster: F-P09</a:t>
            </a:r>
          </a:p>
          <a:p>
            <a:r>
              <a:t>Also: F-ANI-09</a:t>
            </a:r>
          </a:p>
          <a:p>
            <a:r>
              <a:t>Picture F-P09-ART (coming) — Artwork for F-P09 · A swale on the level line: A large cross-section of a slope (uphill on the left). A trench on the level line (about 40 cm wide, 30 cm deep) with water standing in it and blue arrows soaking down and sideways under the mound; the dug soil forms a mound on the DOWNHILL side, mulched with grass and planted with a small tree and bushes whose roots reach towards the wet zone. Rain falls at the top; water runs down, stops in the ditch. A small inset (top right) of the swale from above following a curved line of pegs, with a stone-lined spillway at one end.</a:t>
            </a:r>
          </a:p>
          <a:p>
            <a:r>
              <a:t>Clip F-ANI-09: public/course-animations/water-harvesting/watch-07-swale-overflow-pond.mp4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Everyone in the group places the frame at least once. Smooth zig-zags; join sections.</a:t>
            </a:r>
          </a:p>
          <a:p/>
          <a:p>
            <a:r>
              <a:t>Poster: F-P06</a:t>
            </a:r>
          </a:p>
          <a:p>
            <a:r>
              <a:t>Clip F-ANI-06: public/course-animations/reading-landscape/flow-a-frame.mp4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Roles: 2 dig, 1 rakes berm, 1 checks depth (30 cm), 1 fetches water and times swaps.</a:t>
            </a:r>
          </a:p>
          <a:p/>
          <a:p>
            <a:r>
              <a:t>Poster: F-P09</a:t>
            </a:r>
          </a:p>
          <a:p>
            <a:r>
              <a:t>Picture F-IMG-09 (coming) — Digging the swale: Five learners on a contour line of pegs: two digging the ditch uphill of the pegs, one raking soil into a mound downhill, one measuring depth with a marked stick, one bringing water.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it runs to one end, take soil off the floor at the high end. Mulch the mound.</a:t>
            </a:r>
          </a:p>
          <a:p/>
          <a:p>
            <a:r>
              <a:t>Clip F-ANI-09: public/course-animations/water-harvesting/watch-07-swale-overflow-pond.mp4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F-D2-S3. Hold up the 1 litre bottle. A 20 mm storm on 1 m² = one 20 litre bucket.</a:t>
            </a:r>
          </a:p>
          <a:p/>
          <a:p>
            <a:r>
              <a:t>Poster: F-P08</a:t>
            </a:r>
          </a:p>
          <a:p>
            <a:r>
              <a:t>Picture F-P08-ART (coming) — Artwork for F-P08 · How much rain from your roof?: Top: a single square metre of ground marked with four pegs and string, a rain cloud over it, and one 1-litre bottle beside it. Middle: a simple house with a corrugated roof, a measuring tape along the length and width at ground level, rain falling, and a row of identical 20 ℓ buckets lined up beside a tank. Bottom: a tank close-up — gutter with a gentle fall, a vertical first-flush pipe that fills before water reaches the tank, a lid, a tap raised on a stand above a bucket, and an overflow pipe leading to a planted swale.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Knotted string (knot every metre) or a tape.</a:t>
            </a:r>
          </a:p>
          <a:p/>
          <a:p>
            <a:r>
              <a:t>Picture F-IMG-11 (coming) — Measuring the roof: Two learners stretching a knotted string along the ground under the edge of a corrugated-iron roof of a hall; a third counting knots.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Worked example, then the venue roof. Counters method: one bottle top = 1 m² = 1 bucket. Yearly: × your area's yearly rain (check locally).</a:t>
            </a:r>
          </a:p>
          <a:p/>
          <a:p>
            <a:r>
              <a:t>Poster: F-P08</a:t>
            </a:r>
          </a:p>
          <a:p>
            <a:r>
              <a:t>Picture F-IMG-12 (coming) — Buckets from one storm: A small house roof with rain and, beside it, a long neat line of identical 20 L buckets receding into the distance — many buckets.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learner estimates their own roof and writes the storm number on their map.</a:t>
            </a:r>
          </a:p>
          <a:p/>
          <a:p>
            <a:r>
              <a:t>Poster: F-P08</a:t>
            </a:r>
          </a:p>
          <a:p>
            <a:r>
              <a:t>Clip F-ANI-10: public/course-media/farmer-5day/F-ANI-10.mp4</a:t>
            </a:r>
          </a:p>
          <a:p>
            <a:r>
              <a:t>Picture F-ANI-10 (coming) — First-flush tank: Rain on a corrugated-iron roof. The first dirty water (leaves, dust) fills a vertical side pipe until it is full; then clean water flows past it into a covered round tank; the tank fills and the overflow pipe sends water to a planted swale. (Replaces the withdrawn clip `water-harvesting/watch-16-first-flush-tank.mp4`.)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F-D2-S4 carousel: bottles, mulch, greywater, banana circle.</a:t>
            </a:r>
          </a:p>
          <a:p/>
          <a:p>
            <a:r>
              <a:t>Picture F-P07-ART (coming) — Artwork for F-P07 · Slow · Spread · Sink · Store: A homestead cross-section on a slope, left (top of slope) to right (bottom). Rain falls on a corrugated-iron roof → gutter → a first-flush pipe → a round covered tank with a tap and an overflow pipe → the overflow leads into a swale with a mound planted with small trees → below it mulched vegetable beds with a buried 2 ℓ bottle beside a plant → a washing basin tipped onto a mulched ring of banana-shaped plants (generic broad leaves) → a cut-away of soil at the bottom showing water soaking down into dark soil like a sponge. Four large soft numbered bands across the top (①②③④).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Station A.</a:t>
            </a:r>
          </a:p>
          <a:p/>
          <a:p>
            <a:r>
              <a:t>Picture F-IMG-13 (coming) — Bottle drip-waterer: Cut-away of soil with a 2 L bottle buried to its neck beside a young plant; tiny droplets leaving two small holes near the base towards the roots.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Station B. Dig and compare moisture under mulch and bare soil.</a:t>
            </a:r>
          </a:p>
          <a:p/>
          <a:p>
            <a:r>
              <a:t>Clip F-ANI-12: public/course-animations/food-forest/flow-sheet-mulching.mp4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Stations C and D. Mark a banana circle 1.5–2 m across; centre bowl filled with grass and prunings.</a:t>
            </a:r>
          </a:p>
          <a:p/>
          <a:p>
            <a:r>
              <a:t>Poster: F-P07</a:t>
            </a:r>
          </a:p>
          <a:p>
            <a:r>
              <a:t>Clip F-ANI-11: public/course-media/farmer-5day/F-ANI-11.mp4</a:t>
            </a:r>
          </a:p>
          <a:p>
            <a:r>
              <a:t>Picture F-ANI-11 (coming) — Greywater to mulch: A person carries a basin of used washing water and pours it slowly onto a thick mulch ring around a broad-leaved banana-like plant and a fruit tree (never onto leafy vegetables); in cut-away the water soaks through the mulch down to the roots. (Replaces the withdrawn clip `water-harvesting/watch-21-greywater-mulch.mp4`.)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circle.</a:t>
            </a:r>
          </a:p>
          <a:p/>
          <a:p>
            <a:r>
              <a:t>Picture F-IMG-05 (coming) — Closing circle: Late-afternoon warm light; a circle of standing people, one holding up a hand to speak; tools laid neatly on a tarp in the centre.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5D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31750">
            <a:solidFill>
              <a:srgbClr val="EF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201168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737061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1272955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>
            <a:off x="1808849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>
            <a:off x="2344743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>
            <a:off x="2880637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>
            <a:off x="3416530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>
            <a:off x="3952424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>
            <a:off x="4488318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>
            <a:off x="5024212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>
            <a:off x="5560106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>
            <a:off x="6096000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6631893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7167787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7703681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>
            <a:off x="8239575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>
            <a:off x="8775469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9311362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>
            <a:off x="9847256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>
            <a:off x="10383150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>
            <a:off x="10919044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>
            <a:off x="11454938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97880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A2AF93"/>
                </a:solidFill>
                <a:latin typeface="Verdana"/>
              </a:rPr>
              <a:t>Grow Food, Grow Strong  ·  F-D2-01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68840" y="5897880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A2AF93"/>
                </a:solidFill>
                <a:latin typeface="Verdana"/>
              </a:rPr>
              <a:t>1 / 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BFC4AA"/>
                </a:solidFill>
                <a:latin typeface="Verdana"/>
              </a:rPr>
              <a:t>USUKU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5400" b="1">
                <a:solidFill>
                  <a:srgbClr val="EFE6D2"/>
                </a:solidFill>
                <a:latin typeface="Rockwell"/>
              </a:rPr>
              <a:t>Usuku 2 · Amanzi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3639312"/>
            <a:ext cx="146304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D2D1BA"/>
                </a:solidFill>
                <a:latin typeface="Verdana"/>
              </a:rPr>
              <a:t>Yenza imvula ihambe, ingagijimi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52360" y="914400"/>
            <a:ext cx="4114800" cy="4206240"/>
          </a:xfrm>
          <a:prstGeom prst="rect">
            <a:avLst/>
          </a:prstGeom>
          <a:solidFill>
            <a:srgbClr val="F8F4EB"/>
          </a:solidFill>
          <a:ln w="50800">
            <a:solidFill>
              <a:srgbClr val="EF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36408" y="3063240"/>
            <a:ext cx="334670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Storm on a slope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36408" y="4553712"/>
            <a:ext cx="334670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ISITHOMBE · F-IMG-06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IPHOSTA F-P07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F-D2-02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2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USUKU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Isiphepho saya kuphi?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Iziphepho zasehlobo ziyabaleka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Zithatha inhlabathi yethu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low-roof-r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2362962"/>
            <a:ext cx="5388864" cy="303123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099048" y="5422392"/>
            <a:ext cx="5388864" cy="411480"/>
          </a:xfrm>
          <a:prstGeom prst="rect">
            <a:avLst/>
          </a:prstGeom>
          <a:solidFill>
            <a:srgbClr val="1B1A17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08776" y="5422392"/>
            <a:ext cx="5169408" cy="4114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Verdana"/>
              </a:rPr>
              <a:t>▶  Play clip · flow-roof-rain.mp4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F-D2-03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3 /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SEBENZANI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866120" cy="5181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200" b="1">
                <a:solidFill>
                  <a:srgbClr val="1B1A17"/>
                </a:solidFill>
                <a:latin typeface="Rockwell"/>
              </a:rPr>
              <a:t>Amanzi ashesha, amanzi ahamba kancane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58800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195376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5376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999488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Thelani enhlabathini engembozwe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319272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31927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364992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Fakani amatshe notshani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314952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1495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360672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Thelani futhi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1862328"/>
            <a:ext cx="5608320" cy="408127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82000" y="2942844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0" y="294284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394868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Tray demo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ISITHOMBE · F-IMG-07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IPHOSTA F-P07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4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USUKU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04672"/>
            <a:ext cx="11003280" cy="5181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200" b="1">
                <a:solidFill>
                  <a:srgbClr val="1B1A17"/>
                </a:solidFill>
                <a:latin typeface="Rockwell"/>
              </a:rPr>
              <a:t>Nciphisa · Sabalalisa · Cwilisa · Gcina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43256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798320"/>
            <a:ext cx="5074920" cy="41910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Yinciphise ijubane · yisabalalise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Yicwilise · yigcine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706880"/>
            <a:ext cx="5608320" cy="423672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865120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6512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87096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Artwork for F-P07 · Slow · Spread · Sink · Store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POSTER ART · F-P07-ART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F-D2-05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5 /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SEBENZANI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866120" cy="9448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200" b="1">
                <a:solidFill>
                  <a:srgbClr val="1B1A17"/>
                </a:solidFill>
                <a:latin typeface="Rockwell"/>
              </a:rPr>
              <a:t>Izindawo ezimbili zokubamba amanzi ebalazweni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01472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38048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8048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26208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Imicibisholo eluhlaza: lapho amanzi evela khona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745992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4599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791712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Izindawo ezimbili zokuwabamba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2289048"/>
            <a:ext cx="5608320" cy="365455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82000" y="3156204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2000" y="315620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416204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My garden 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ISITHOMBE · F-IMG-04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F-D2-06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6 /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USUKU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Ukuphepha kuqala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Amathuluzi abheke phansi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Akekho ngemuva kwepiki elishaywayo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Shintshanani imisebenzi njalo emizuzwini engu-10 · phuzani amanzi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Tool safety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ISITHOMBE · F-IMG-08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IPHOSTA F-P09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F-D2-07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7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USUKU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I-swale emugqeni olinganayo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Umsele emugqeni olinganayo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Inhlabathi ngezansi ibe isidunduma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Indlela ephephile yokuchichima ekugcineni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Artwork for F-P09 · A swale on the level 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POSTER ART · F-P09-ART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IPHOSTA F-P06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F-D2-08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8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SEBENZANI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Makani i-contour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Unyawo olulodwa esikhonkwaneni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101848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Jikisani kuze intambo ifike phakathi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421632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42163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467352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Isikhonkwane · qhubekani · phindani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flow-a-fra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2440686"/>
            <a:ext cx="5388864" cy="303123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099048" y="5422392"/>
            <a:ext cx="5388864" cy="411480"/>
          </a:xfrm>
          <a:prstGeom prst="rect">
            <a:avLst/>
          </a:prstGeom>
          <a:solidFill>
            <a:srgbClr val="1B1A17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08776" y="5422392"/>
            <a:ext cx="5169408" cy="4114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Verdana"/>
              </a:rPr>
              <a:t>▶  Play clip · flow-a-frame.mp4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IPHOSTA F-P09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F-D2-09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9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SEBENZANI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Mbani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Umsele ngenhla kwezikhonkwane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Inhlabathi iye ngezansi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05180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518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09752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Phansi komsele kube yisicaba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Digging the swale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ISITHOMBE · F-IMG-09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F-D2-10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10 /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SEBENZANI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Kuhloleni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106168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Amabhodlela amabili amanzi engxenyeni yenu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425952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42595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471672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Ayasabalala noma ayagijima?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watch-07-swale-overflow-po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707" y="2078736"/>
            <a:ext cx="4297544" cy="3755135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6099048" y="5422392"/>
            <a:ext cx="5388864" cy="411480"/>
          </a:xfrm>
          <a:prstGeom prst="rect">
            <a:avLst/>
          </a:prstGeom>
          <a:solidFill>
            <a:srgbClr val="1B1A17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08776" y="5422392"/>
            <a:ext cx="5169408" cy="4114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Verdana"/>
              </a:rPr>
              <a:t>▶  Play clip · watch-07-swale-overflow-pond.mp4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IPHOSTA F-P08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F-D2-11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11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USUKU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Umthetho womlingo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1 mm wemvula ku-1 m² = 1 litha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Artwork for F-P08 · How much rain from your roof?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POSTER ART · F-P08-ART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F-D2-12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12 /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SEBENZANI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Linganisani uphahla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Ubude × ububanzi phansi emhlabathini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Ningaze nikhwele ophahleni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Measuring the roof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ISITHOMBE · F-IMG-11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IPHOSTA F-P08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F-D2-13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13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USUKU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Mangaki amabhakede?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10 m × 6 m = 60 m²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60 × 20 mm × 0.8 = 960 amalitha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≈ 48 amabhakede esiphephweni esisodwa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Buckets from one storm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ISITHOMBE · F-IMG-12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IPHOSTA F-P08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F-D2-14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14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USUKU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Igatha, i-first-flush, ithange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Imvula yokuqala igeza uphahla — yiyeke ihambe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Vala isivalo · ithephu ngaphezu kwebhakede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Okuchichimayo kuye engadini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82000" y="2918460"/>
            <a:ext cx="822960" cy="822960"/>
          </a:xfrm>
          <a:prstGeom prst="ellipse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First-flush tank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IVIDIYO · F-ANI-10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5D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31750">
            <a:solidFill>
              <a:srgbClr val="EF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201168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737061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1272955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>
            <a:off x="1808849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>
            <a:off x="2344743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>
            <a:off x="2880637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>
            <a:off x="3416530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>
            <a:off x="3952424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>
            <a:off x="4488318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>
            <a:off x="5024212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>
            <a:off x="5560106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>
            <a:off x="6096000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6631893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7167787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7703681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>
            <a:off x="8239575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>
            <a:off x="8775469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9311362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>
            <a:off x="9847256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>
            <a:off x="10383150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>
            <a:off x="10919044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>
            <a:off x="11454938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97880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A2AF93"/>
                </a:solidFill>
                <a:latin typeface="Verdana"/>
              </a:rPr>
              <a:t>Grow Food, Grow Strong  ·  F-D2-15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68840" y="5897880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A2AF93"/>
                </a:solidFill>
                <a:latin typeface="Verdana"/>
              </a:rPr>
              <a:t>15 / 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BFC4AA"/>
                </a:solidFill>
                <a:latin typeface="Verdana"/>
              </a:rPr>
              <a:t>USUKU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5400" b="1">
                <a:solidFill>
                  <a:srgbClr val="EFE6D2"/>
                </a:solidFill>
                <a:latin typeface="Rockwell"/>
              </a:rPr>
              <a:t>Lonke iconsi kabili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3639312"/>
            <a:ext cx="146304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D2D1BA"/>
                </a:solidFill>
                <a:latin typeface="Verdana"/>
              </a:rPr>
              <a:t>Iziteshi ezine · imizuzu engu-10 ngayinye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52360" y="914400"/>
            <a:ext cx="4114800" cy="4206240"/>
          </a:xfrm>
          <a:prstGeom prst="rect">
            <a:avLst/>
          </a:prstGeom>
          <a:solidFill>
            <a:srgbClr val="F8F4EB"/>
          </a:solidFill>
          <a:ln w="50800">
            <a:solidFill>
              <a:srgbClr val="EF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36408" y="3063240"/>
            <a:ext cx="334670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Artwork for F-P07 · Slow · Spread · Sink · Store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36408" y="4553712"/>
            <a:ext cx="334670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POSTER ART · F-P07-ART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F-D2-16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16 /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SEBENZANI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Ibhodlela lokunisela ngamaconsi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Izimbobo ezimbili ezincane ngezansi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101848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Lingcwabeni kuze kube sentanyeni eduze kwesitshalo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421632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42163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467352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Isipikili esishisayo: ngopliya kuphela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Bottle drip-waterer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ISITHOMBE · F-IMG-13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F-D2-17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17 /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USUKU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I-mulch efanele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Ukujula okulingana nobubanzi besandla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Isikhala esilingana nesibhakela eduze kweziqu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Ukunisela kwehla ngohhafu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low-sheet-mulch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2362962"/>
            <a:ext cx="5388864" cy="303123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99048" y="5422392"/>
            <a:ext cx="5388864" cy="411480"/>
          </a:xfrm>
          <a:prstGeom prst="rect">
            <a:avLst/>
          </a:prstGeom>
          <a:solidFill>
            <a:srgbClr val="1B1A17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08776" y="5422392"/>
            <a:ext cx="5169408" cy="4114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Verdana"/>
              </a:rPr>
              <a:t>▶  Play clip · flow-sheet-mulching.mp4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IPHOSTA F-P07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F-D2-18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18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USUKU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04672"/>
            <a:ext cx="11003280" cy="5715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600" b="1">
                <a:solidFill>
                  <a:srgbClr val="1B1A17"/>
                </a:solidFill>
                <a:latin typeface="Rockwell"/>
              </a:rPr>
              <a:t>Amanzi okugeza nesiyingi sikabhanana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48590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51660"/>
            <a:ext cx="5074920" cy="41376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381000" indent="-381000">
              <a:spcAft>
                <a:spcPts val="1800"/>
              </a:spcAft>
            </a:pPr>
            <a:r>
              <a:rPr sz="2400" b="1">
                <a:solidFill>
                  <a:srgbClr val="B24E2A"/>
                </a:solidFill>
                <a:latin typeface="Verdana"/>
              </a:rPr>
              <a:t>■  </a:t>
            </a:r>
            <a:r>
              <a:rPr sz="2400" b="0">
                <a:solidFill>
                  <a:srgbClr val="1B1A17"/>
                </a:solidFill>
                <a:latin typeface="Verdana"/>
              </a:rPr>
              <a:t>Amanzi okugeza emithini, hhayi emaqabungeni adliwa eluhlaza</a:t>
            </a:r>
          </a:p>
          <a:p>
            <a:pPr algn="l" marL="381000" indent="-381000">
              <a:spcAft>
                <a:spcPts val="1800"/>
              </a:spcAft>
            </a:pPr>
            <a:r>
              <a:rPr sz="2400" b="1">
                <a:solidFill>
                  <a:srgbClr val="B24E2A"/>
                </a:solidFill>
                <a:latin typeface="Verdana"/>
              </a:rPr>
              <a:t>■  </a:t>
            </a:r>
            <a:r>
              <a:rPr sz="2400" b="0">
                <a:solidFill>
                  <a:srgbClr val="1B1A17"/>
                </a:solidFill>
                <a:latin typeface="Verdana"/>
              </a:rPr>
              <a:t>Ungalokothi usebenzise amanzi asendlini yangasese, awenabukeni, anejiki noma anamafutha</a:t>
            </a:r>
          </a:p>
          <a:p>
            <a:pPr algn="l" marL="381000" indent="-381000">
              <a:spcAft>
                <a:spcPts val="1800"/>
              </a:spcAft>
            </a:pPr>
            <a:r>
              <a:rPr sz="2400" b="1">
                <a:solidFill>
                  <a:srgbClr val="B24E2A"/>
                </a:solidFill>
                <a:latin typeface="Verdana"/>
              </a:rPr>
              <a:t>■  </a:t>
            </a:r>
            <a:r>
              <a:rPr sz="2400" b="0">
                <a:solidFill>
                  <a:srgbClr val="1B1A17"/>
                </a:solidFill>
                <a:latin typeface="Verdana"/>
              </a:rPr>
              <a:t>Shintsha lapho uthela khona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760220"/>
            <a:ext cx="5608320" cy="418338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82000" y="2891790"/>
            <a:ext cx="822960" cy="822960"/>
          </a:xfrm>
          <a:prstGeom prst="ellipse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9179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89763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Greywater to mulch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IVIDIYO · F-ANI-11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F-D2-19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19 /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USUKU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Kusihlwa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Ibhakede elilodwa lamanzi okugeza esitshalweni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Lethani utshani, amaqabunga, imifino, umquba kusasa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Closing circle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ISITHOMBE · F-IMG-05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