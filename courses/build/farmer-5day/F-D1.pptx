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Leave it up while learners register (F-D1-S0).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both facilitators. Teach the call and response. Round of names: name, where you live, one thing you grow.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quiz cards F-IMG-70 to 77 one at a time (forms.md §5). Co-facilitator counts each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F-D1-S1. 5 min drawing, 5 min in groups. Stick all drawings under "Our hopes".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class's words on the poster, not yours. Check the eight points on the F-P01 card are there. Everyone signs.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Gogo Thandi story first. Then the three circles. Groups draw one thing they already do for each (8 min).</a:t>
            </a:r>
          </a:p>
          <a:p/>
          <a:p>
            <a:r>
              <a:t>Poster: F-P02</a:t>
            </a:r>
          </a:p>
          <a:p>
            <a:r>
              <a:t>Also: F-ANI-01</a:t>
            </a:r>
          </a:p>
          <a:p>
            <a:r>
              <a:t>Clip F-ANI-01: public/course-animations/intro-permaculture/watch-07-three-ethics.mp4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F-D1-S2. Cover the right half on the poster; on screen show the full picture after groups have discussed the left.</a:t>
            </a:r>
          </a:p>
          <a:p/>
          <a:p>
            <a:r>
              <a:t>Poster: F-P03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Water-pour demo outside, every group pours. Optional clip F-ANI-03 shows the two gardens through a dry season.</a:t>
            </a:r>
          </a:p>
          <a:p/>
          <a:p>
            <a:r>
              <a:t>Clip F-ANI-03: public/course-media/farmer-5day/F-ANI-03.mp4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Agroecology = farming with nature. Permaculture = designing with nature. Ask what grandmothers did.</a:t>
            </a:r>
          </a:p>
          <a:p/>
          <a:p>
            <a:r>
              <a:t>Poster: F-P03</a:t>
            </a:r>
          </a:p>
          <a:p>
            <a:r>
              <a:t>Clip F-ANI-02: public/course-animations/intro-permaculture/watch-13-diversity.mp4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per principle: point, say it, ask for a local example.</a:t>
            </a:r>
          </a:p>
          <a:p/>
          <a:p>
            <a:r>
              <a:t>Poster: F-P04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Envelopes of 10 pictures per group. No magazines? Use printed picture cards F-IMG-80 to 91.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F-D1-S3. Cardboard house in the real sun, or a torch. Lower the torch for winter: longer shadows.</a:t>
            </a:r>
          </a:p>
          <a:p/>
          <a:p>
            <a:r>
              <a:t>Poster: F-P05</a:t>
            </a:r>
          </a:p>
          <a:p>
            <a:r>
              <a:t>Clip F-ANI-04: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20-minute site walk with ribbons and pegs. Clues: channels, silt, wet patches, bent trees.</a:t>
            </a:r>
          </a:p>
          <a:p/>
          <a:p>
            <a:r>
              <a:t>Poster: F-P05</a:t>
            </a:r>
          </a:p>
          <a:p>
            <a:r>
              <a:t>Clip F-ANI-05: public/course-animations/reading-landscape/watch-05-water-movement.mp4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why spinach is by the kitchen and maize further away. Groups draw the venue from above (15 min).</a:t>
            </a:r>
          </a:p>
          <a:p/>
          <a:p>
            <a:r>
              <a:t>Poster: F-P05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F-D1-S4. One A-frame per group. Everybody has a job while building.</a:t>
            </a:r>
          </a:p>
          <a:p/>
          <a:p>
            <a:r>
              <a:t>Poster: F-P06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once, then every group calibrates its own frame. Check each level mark before frames are stored.</a:t>
            </a:r>
          </a:p>
          <a:p/>
          <a:p>
            <a:r>
              <a:t>Poster: F-P06</a:t>
            </a:r>
          </a:p>
          <a:p>
            <a:r>
              <a:t>Clip F-ANI-06: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out A4 and pencils. Any drawing is good. Bring it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 (toolkit §3). Register PM signatures.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Grow Food, Grow Strong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Day 1 of 5 — Why we farm this 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Course 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community garden at mid-morning: dark mulched beds, a small tank on a corrugated roof, a young woman and a gogo in a headscarf laughing as they carry a basket of leafy greens; hills behind. Sun in the north (upper left or right of frame, shadows toward the viewer's bottom).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F-D1-02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5 days · 09:00–16:00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Groups of 5 · hands in the soil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You take home seedlings, seed, a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Welcome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About 25 adults of mixed ages in a circle of plastic chairs under a lapa, one standing facilitator mid-gesture, everyone facing each other.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Picture quiz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Walk to the answer: A · B · C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Nobody is wrong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Draw your hope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Your garden at the end of this year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Draw it — no writing needed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Show your group: 1 minute 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Drawing a hope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Close-up of hands of different ages drawing with wax crayons on A4 sheets: a house, a garden, a tank.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F-D1-05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How we learn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What do we need from each other?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F-P01 · Our class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circle of 10 seated people seen from slightly above — mixed ages, a gogo in a headscarf, a young man in a cap, a woman with a baby on her back — each with an open hand towards the middle, where a single seedling grows from a small mound. Keep the art in the top 35% so the lower part is a **blank ruled area** (12 lines) for the class to write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F-D1-06   ·   Poster F-P02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Three ways to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Earth care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People care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Fair share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F-P02 · Earth care · People care · Fair share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Three equal overlapping circles (a Venn). Circle ① (top-left, Leaf green): two cupped hands holding dark soil with a sprouting seedling and an earthworm. Circle ② (top-right, Ochre): a family of four — gogo, mother, two children — eating from one pot. Circle ③ (bottom, Water blue outline only, Paper fill): one hand passing a basket of vegetables and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F-D1-07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Which garden survives a drought?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Look for 3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What is different?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F-P03 · Two gardens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Split vertically. **Left:** a bare, cracked, pale plot on a slight slope; one crop in straight rows; a fertiliser bag and a spray can with a skull-free generic warning shape; rainwater running off in brown channels taking soil down the slope; a hot sun in the north (upper edge) and a wilting plant. **Right:** the same slope with dark mulched beds, many…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Bare soil or covered soil?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Pour one cup on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did the water go?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Two gardens through a dry season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Split screen, same gentle slope, same fixed camera. LEFT: bare pale soil, one crop in rows. RIGHT: mulched beds, mixed plants, a small tree, a swale. Sequence: (0–5 s) a summer storm — left: brown water runs off in channels carrying soil; right: water soaks in, swale fills and empties downward into the soil. (5–12 s) days pass (sun arcs across the NORTH…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F-D1-09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Farming with nature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Soil always covered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Many plants together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Water slowed · nothing wasted</a:t>
            </a:r>
          </a:p>
        </p:txBody>
      </p:sp>
      <p:pic>
        <p:nvPicPr>
          <p:cNvPr id="7" name="Picture 6" descr="watch-13-divers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F-ANI-02 · play from the tablet: watch-13-diversity.mp4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F-D1-10   ·   Poster F-P04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Six ways to garden with nature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Watch first · Catch and keep · Many helpers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Nothing is waste · Start small · Use the edges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F-P04 · Six garden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2 × 3 grid of six square icons with a bold simple scene each: ① a person squatting, watching rain run across a yard (an eye motif); ② a roof gutter pouring into a tank, and a hand holding seeds; ③ a maize stalk, a bean vine climbing it, and a pumpkin at its foot; ④ vegetable peels going into a compost heap, a small arrow round to a green plant; ⑤ one…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Magazine hunt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Match each picture to a principle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Everyone places two pictures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20 minutes, then gallery walk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F-IMG-80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Principle picture — Watch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Photo-like illustration of a person squatting and watching rain run across a yard. Must look like a magazine picture (a scene, not a diagram) so the hunt still works. No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F-D1-12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Where is the sun?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 South Africa the sun is in the north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Shadows fall to the south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Plant north of the house</a:t>
            </a:r>
          </a:p>
        </p:txBody>
      </p:sp>
      <p:pic>
        <p:nvPicPr>
          <p:cNvPr id="7" name="Picture 6" descr="watch-09-sun-shado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F-ANI-04 · play from the tablet: watch-09-sun-shadows.mp4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F-D1-13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Read the land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Yellow = sun all day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Red = cold or strong wind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Blue = water runs or sits</a:t>
            </a:r>
          </a:p>
        </p:txBody>
      </p:sp>
      <p:pic>
        <p:nvPicPr>
          <p:cNvPr id="9" name="Picture 8" descr="watch-05-water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F-ANI-05 · play from the tablet: watch-05-water-movement.mp4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F-D1-14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Zones: closest to the door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0 house · 1 daily herbs &amp; greens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2 beds, fruit, chickens · 3 fields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4 grazing &amp; wood · 5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F-P05 · Read your 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bird's-eye illustrated homestead on a gentle slope. A compass rose with the N arrow pointing to the TOP of the poster. The sun drawn at the top (north) with its arc from east (right) to west (left); the house casts its shadow to the SOUTH (bottom). Blue arrows show water running from the road and roof down the slope. A cold wind drawn as grey curved…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F-D1-15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Find the level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Two legs · a crossbar · string and stone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F-P06 · Build an A-frame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Large side view of an A-frame made of two wooden droppers tied at the top (crossed, tips sticking out), a horizontal crossbar halfway, and a string with a stone hanging from the apex past the crossbar. Below it, a small 3-step strip: (a) frame on two pegs, a mark where the string crosses; (b) the frame turned round, feet swapped, a second mark; (c) a big…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F-D1-16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Calibrate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Mark · flip · mark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The middle is level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F-ANI-06 · play from the tablet: flow-a-frame.mp4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Tonight: draw your yard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House · north arrow · tap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Where water runs · where the sun is strong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Where Zone 1 will go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F-D1-18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One word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One word about today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Your take-home action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Tools back and counted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