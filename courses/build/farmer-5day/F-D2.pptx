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circle: garden-map share in groups. Rotate roles.</a:t>
            </a:r>
          </a:p>
          <a:p/>
          <a:p>
            <a:r>
              <a:t>Picture F-IMG-06 (coming) — Storm on a slope: A dark summer storm cloud over a rural homestead on a slope; rain curtains; brown water running along 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F-D2-S1. Ask where last summer's storm water went, and where it was in September.</a:t>
            </a:r>
          </a:p>
          <a:p/>
          <a:p>
            <a:r>
              <a:t>Poster: F-P07</a:t>
            </a:r>
          </a:p>
          <a:p>
            <a:r>
              <a:t>Clip F-ANI-07: public/course-animations/water-harvesting/flow-roof-rain.mp4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Tray demo; every group's Materials person pours.</a:t>
            </a:r>
          </a:p>
          <a:p/>
          <a:p>
            <a:r>
              <a:t>Picture F-IMG-07 (coming) — Tray demo: Two shallow trays of soil tilted on bricks: one bare with water running off carrying soil into a basin; one with a line of stones and grass where water spreads and soaks. Hands pouring from 2 L bottles.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homestead from roof to soil. Ask: what is the biggest tank on your land? (the soil)</a:t>
            </a:r>
          </a:p>
          <a:p/>
          <a:p>
            <a:r>
              <a:t>Poster: F-P07</a:t>
            </a:r>
          </a:p>
          <a:p>
            <a:r>
              <a:t>Also: F-ANI-08</a:t>
            </a:r>
          </a:p>
          <a:p>
            <a:r>
              <a:t>Picture F-P07-ART (coming) — Artwork for F-P07 · Slow · Spread · Sink · Store: A homestead cross-section on a slope, left (top of slope) to right (bottom). Rain falls on a corrugated-iron roof → gutter → a first-flush pipe → a round covered tank with a tap and an overflow pipe → the overflow leads into a swale with a mound planted with small trees → below it mulched vegetable beds with a buried 2 ℓ bottle beside a plant → a washing basin tipped onto a mulched ring of banana-shaped plants (generic broad leaves) → a cut-away of soil at the bottom showing water soaking down into dark soil like a sponge. Four large soft numbered bands across the top (①②③④).</a:t>
            </a:r>
          </a:p>
          <a:p>
            <a:r>
              <a:t>Clip F-ANI-08: public/course-animations/water-harvesting/watch-04-swale-infiltration.mp4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help every person mark two water catches on their garden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F-D2-S2. Say it before any tool is picked up.</a:t>
            </a:r>
          </a:p>
          <a:p/>
          <a:p>
            <a:r>
              <a:t>Picture F-IMG-08 (coming) — Tool safety: A person carrying a spade and a pick with the points down; another person standing well to the side of someone swinging a mattock; a water bottle in the shade.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five callouts. Not on steep slopes: use stone lines or grass strips there.</a:t>
            </a:r>
          </a:p>
          <a:p/>
          <a:p>
            <a:r>
              <a:t>Poster: F-P09</a:t>
            </a:r>
          </a:p>
          <a:p>
            <a:r>
              <a:t>Also: F-ANI-09</a:t>
            </a:r>
          </a:p>
          <a:p>
            <a:r>
              <a:t>Picture F-P09-ART (coming) — Artwork for F-P09 · A swale on the level line: A large cross-section of a slope (uphill on the left). A trench on the level line (about 40 cm wide, 30 cm deep) with water standing in it and blue arrows soaking down and sideways under the mound; the dug soil forms a mound on the DOWNHILL side, mulched with grass and planted with a small tree and bushes whose roots reach towards the wet zone. Rain falls at the top; water runs down, stops in the ditch. A small inset (top right) of the swale from above following a curved line of pegs, with a stone-lined spillway at one end.</a:t>
            </a:r>
          </a:p>
          <a:p>
            <a:r>
              <a:t>Clip F-ANI-09: public/course-animations/water-harvesting/watch-07-swale-overflow-pond.mp4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the group places the frame at least once. Smooth zig-zags; join sections.</a:t>
            </a:r>
          </a:p>
          <a:p/>
          <a:p>
            <a:r>
              <a:t>Poster: F-P06</a:t>
            </a:r>
          </a:p>
          <a:p>
            <a:r>
              <a:t>Clip F-ANI-06: public/course-animations/reading-landscape/flow-a-frame.mp4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Roles: 2 dig, 1 rakes berm, 1 checks depth (30 cm), 1 fetches water and times swaps.</a:t>
            </a:r>
          </a:p>
          <a:p/>
          <a:p>
            <a:r>
              <a:t>Poster: F-P09</a:t>
            </a:r>
          </a:p>
          <a:p>
            <a:r>
              <a:t>Picture F-IMG-09 (coming) — Digging the swale: Five learners on a contour line of pegs: two digging the ditch uphill of the pegs, one raking soil into a mound downhill, one measuring depth with a marked stick, one bringing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it runs to one end, take soil off the floor at the high end. Mulch the mound.</a:t>
            </a:r>
          </a:p>
          <a:p/>
          <a:p>
            <a:r>
              <a:t>Clip F-ANI-09: public/course-animations/water-harvesting/watch-07-swale-overflow-pond.mp4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F-D2-S3. Hold up the 1 litre bottle. A 20 mm storm on 1 m² = one 20 litre bucket.</a:t>
            </a:r>
          </a:p>
          <a:p/>
          <a:p>
            <a:r>
              <a:t>Poster: F-P08</a:t>
            </a:r>
          </a:p>
          <a:p>
            <a:r>
              <a:t>Picture F-P08-ART (coming) — Artwork for F-P08 · How much rain from your roof?: Top: a single square metre of ground marked with four pegs and string, a rain cloud over it, and one 1-litre bottle beside it. Middle: a simple house with a corrugated roof, a measuring tape along the length and width at ground level, rain falling, and a row of identical 20 ℓ buckets lined up beside a tank. Bottom: a tank close-up — gutter with a gentle fall, a vertical first-flush pipe that fills before water reaches the tank, a lid, a tap raised on a stand above a bucket, and an overflow pipe leading to a planted swale.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Knotted string (knot every metre) or a tape.</a:t>
            </a:r>
          </a:p>
          <a:p/>
          <a:p>
            <a:r>
              <a:t>Picture F-IMG-11 (coming) — Measuring the roof: Two learners stretching a knotted string along the ground under the edge of a corrugated-iron roof of a hall; a third counting knots.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example, then the venue roof. Counters method: one bottle top = 1 m² = 1 bucket. Yearly: × your area's yearly rain (check locally).</a:t>
            </a:r>
          </a:p>
          <a:p/>
          <a:p>
            <a:r>
              <a:t>Poster: F-P08</a:t>
            </a:r>
          </a:p>
          <a:p>
            <a:r>
              <a:t>Picture F-IMG-12 (coming) — Buckets from one storm: A small house roof with rain and, beside it, a long neat line of identical 20 L buckets receding into the distance — many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learner estimates their own roof and writes the storm number on their map.</a:t>
            </a:r>
          </a:p>
          <a:p/>
          <a:p>
            <a:r>
              <a:t>Poster: F-P08</a:t>
            </a:r>
          </a:p>
          <a:p>
            <a:r>
              <a:t>Clip F-ANI-10: public/course-media/farmer-5day/F-ANI-10.mp4</a:t>
            </a:r>
          </a:p>
          <a:p>
            <a:r>
              <a:t>Picture F-ANI-10 (coming) — First-flush tank: Rain on a corrugated-iron roof. The first dirty water (leaves, dust) fills a vertical side pipe until it is full; then clean water flows past it into a covered round tank; the tank fills and the overflow pipe sends water to a planted swale. (Replaces the withdrawn clip `water-harvesting/watch-16-first-flush-tank.mp4`.)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F-D2-S4 carousel: bottles, mulch, greywater, banana circle.</a:t>
            </a:r>
          </a:p>
          <a:p/>
          <a:p>
            <a:r>
              <a:t>Picture F-P07-ART (coming) — Artwork for F-P07 · Slow · Spread · Sink · Store: A homestead cross-section on a slope, left (top of slope) to right (bottom). Rain falls on a corrugated-iron roof → gutter → a first-flush pipe → a round covered tank with a tap and an overflow pipe → the overflow leads into a swale with a mound planted with small trees → below it mulched vegetable beds with a buried 2 ℓ bottle beside a plant → a washing basin tipped onto a mulched ring of banana-shaped plants (generic broad leaves) → a cut-away of soil at the bottom showing water soaking down into dark soil like a sponge. Four large soft numbered bands across the top (①②③④).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 A.</a:t>
            </a:r>
          </a:p>
          <a:p/>
          <a:p>
            <a:r>
              <a:t>Picture F-IMG-13 (coming) — Bottle drip-waterer: Cut-away of soil with a 2 L bottle buried to its neck beside a young plant; tiny droplets leaving two small holes near the base towards the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 B. Dig and compare moisture under mulch and bare soil.</a:t>
            </a:r>
          </a:p>
          <a:p/>
          <a:p>
            <a:r>
              <a:t>Clip F-ANI-12: public/course-animations/food-forest/flow-sheet-mulching.mp4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Stations C and D. Mark a banana circle 1.5–2 m across; centre bowl filled with grass and prunings.</a:t>
            </a:r>
          </a:p>
          <a:p/>
          <a:p>
            <a:r>
              <a:t>Poster: F-P07</a:t>
            </a:r>
          </a:p>
          <a:p>
            <a:r>
              <a:t>Clip F-ANI-11: public/course-media/farmer-5day/F-ANI-11.mp4</a:t>
            </a:r>
          </a:p>
          <a:p>
            <a:r>
              <a:t>Picture F-ANI-11 (coming) — Greywater to mulch: A person carries a basin of used washing water and pours it slowly onto a thick mulch ring around a broad-leaved banana-like plant and a fruit tree (never onto leafy vegetables); in cut-away the water soaks through the mulch down to the roots. (Replaces the withdrawn clip `water-harvesting/watch-21-greywater-mulch.mp4`.)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F-D2-01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Day 2 · Water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Make the rain walk, not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Storm on a slope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Where did the storm 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Summer storms run away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They take our soil with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roof-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flow-roof-rain.mp4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Fast water, slow water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Pour on bare soil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Add stones and grass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Pour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Tray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Slow · Spread · Sink ·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Slow it · spread 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Sink it · store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F-P07 · Slow · Spread · Sink ·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F-P07-ART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Two catches on your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Blue arrows: where water comes from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Two places to catch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Safety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Tools point down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Nobody behind a swinging pick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Swap jobs every 10 minutes · drink water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Tool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A swale on the level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Ditch on the level line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Soil below as a mound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Safe spillway at the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F-P09 · A swale on the level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Mark the contour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One foot on the peg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Swing until the string hits the middle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39184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3918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84904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Peg · move · repeat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440686"/>
            <a:ext cx="5388864" cy="303123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Dig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Ditch above the pegs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Soil downhill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Keep the bottom 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Digging the swale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Test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Two bottles of water in your section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Does it spread or run?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tch-07-swale-overflow-p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707" y="2078736"/>
            <a:ext cx="4297544" cy="375513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watch-07-swale-overflow-pond.mp4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The magic rule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mm of rain on 1 m² = 1 litre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F-P08 · How much rain from your roof?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F-P08-ART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Measure the 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Length × width on the ground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Never climb the 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Measuring the 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How many buckets?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10 m × 6 m = 60 m²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60 × 20 mm × 0.8 = 960 litres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≈ 48 buckets from one storm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Buckets from one storm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Gutter, first-flush, tank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First rain washes the roof — let it go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Lid on · tap above a bucket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Overflow to the garden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First-flush tank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F-D2-15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15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Every drop twice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Four stations · 10 minutes each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F-P07 · Slow · Spread · Sink ·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F-P07-ART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Bottle drip-waterer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Two small holes near the bottom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Bury to the neck beside the plant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Hot nail: pliers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Bottle drip-waterer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Mulch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 hand's width deep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 fist's gap around stems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Halves the watering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ow-sheet-mulch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flow-sheet-mulching.mp4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Greywater and the banana circle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Washing water to trees, not leaves you eat raw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Never toilet, nappy, bleach or oil water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Change where you pour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Greywater to mulch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Tonight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One bucket of washing water on a plant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Bring grass, leaves, greens, manure tomorrow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