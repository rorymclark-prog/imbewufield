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garden-map share in groups.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F-D2-S1. Ask where last summer's storm water went, and where it was in September.</a:t>
            </a:r>
          </a:p>
          <a:p/>
          <a:p>
            <a:r>
              <a:t>Poster: F-P07</a:t>
            </a:r>
          </a:p>
          <a:p>
            <a:r>
              <a:t>Clip F-ANI-07: public/course-animations/water-harvesting/flow-roof-rain.mp4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Tray demo; every group's Materials person pours.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homestead from roof to soil. Ask: what is the biggest tank on your land? (the soil)</a:t>
            </a:r>
          </a:p>
          <a:p/>
          <a:p>
            <a:r>
              <a:t>Poster: F-P07</a:t>
            </a:r>
          </a:p>
          <a:p>
            <a:r>
              <a:t>Also: F-ANI-08</a:t>
            </a:r>
          </a:p>
          <a:p>
            <a:r>
              <a:t>Clip F-ANI-08: public/course-animations/water-harvesting/watch-04-swale-infiltration.mp4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help every person mark two water catches on their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F-D2-S2. Say it before any tool is picked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five callouts. Not on steep slopes: use stone lines or grass strips there.</a:t>
            </a:r>
          </a:p>
          <a:p/>
          <a:p>
            <a:r>
              <a:t>Poster: F-P09</a:t>
            </a:r>
          </a:p>
          <a:p>
            <a:r>
              <a:t>Also: F-ANI-09</a:t>
            </a:r>
          </a:p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the group places the frame at least once. Smooth zig-zags; join sections.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Roles: 2 dig, 1 rakes berm, 1 checks depth (30 cm), 1 fetches water and times swaps.</a:t>
            </a:r>
          </a:p>
          <a:p/>
          <a:p>
            <a:r>
              <a:t>Poster: F-P09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it runs to one end, take soil off the floor at the high end. Mulch the mound.</a:t>
            </a:r>
          </a:p>
          <a:p/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F-D2-S3. Hold up the 1 litre bottle. A 20 mm storm on 1 m² = one 20 litre bucket.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Knotted string (knot every metre) or a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then the venue roof. Counters method: one bottle top = 1 m² = 1 bucket. Yearly: × your area's yearly rain (check locally).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learner estimates their own roof and writes the storm number on their map.</a:t>
            </a:r>
          </a:p>
          <a:p/>
          <a:p>
            <a:r>
              <a:t>Poster: F-P08</a:t>
            </a:r>
          </a:p>
          <a:p>
            <a:r>
              <a:t>Clip F-ANI-10: public/course-animations/water-harvesting/watch-16-first-flush-tank.mp4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F-D2-S4 carousel: bottles, mulch, greywater, banana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B. Dig and compare moisture under mulch and bare soil.</a:t>
            </a:r>
          </a:p>
          <a:p/>
          <a:p>
            <a:r>
              <a:t>Clip F-ANI-12: public/course-animations/soil-health/watch-14-mulch-protection.mp4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Stations C and D. Mark a banana circle 1.5–2 m across; centre bowl filled with grass and prunings.</a:t>
            </a:r>
          </a:p>
          <a:p/>
          <a:p>
            <a:r>
              <a:t>Poster: F-P07</a:t>
            </a:r>
          </a:p>
          <a:p>
            <a:r>
              <a:t>Clip F-ANI-11: public/course-animations/water-harvesting/watch-21-greywater-mulch.mp4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2 · Water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Make the rain walk, not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Storm on a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dark summer storm cloud over a rural homestead on a slope; rain curtains; brown water running along a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F-D2-02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Where did the storm go?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Summer storms run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They take our soil with them</a:t>
            </a:r>
          </a:p>
        </p:txBody>
      </p:sp>
      <p:pic>
        <p:nvPicPr>
          <p:cNvPr id="7" name="Picture 6" descr="flow-roof-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F-ANI-07 · play from the tablet: flow-roof-rain.mp4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Fast water, slow 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Pour on bare soil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Add stones and grass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Pour again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Tray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shallow trays of soil tilted on bricks: one bare with water running off carrying soil into a basin; one with a line of stones and grass where water spreads and soaks. Hands pouring from 2 L bottles.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F-D2-04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Slow · Spread · Sink ·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Slow it · spread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Sink it · store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Two catches on your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Blue arrows: where water comes from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Two places to catch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Safety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Tools point down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Nobody behind a swinging pick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Swap jobs every 10 minutes · drink 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Tool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person carrying a spade and a pick with the points down; another person standing well to the side of someone swinging a mattock; a water bottle in the shade.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F-D2-07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 swale on the level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Ditch on the level line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Soil below as a mound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Safe spillway at the 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F-P09 · A swale on the level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cross-section of a slope (uphill on the left). A trench on the level line (about 40 cm wide, 30 cm deep) with water standing in it and blue arrows soaking down and sideways under the mound; the dug soil forms a mound on the DOWNHILL side, mulched with grass and planted with a small tree and bushes whose roots reach towards the wet zone. Rain…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F-D2-08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Mark the contour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One foot on the peg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Swing until the string hits the middle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Peg · move · repeat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F-D2-09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Ditch above the pegs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Soil downhill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Keep the bottom flat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Digging the swale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learners on a contour line of pegs: two digging the ditch uphill of the pegs, one raking soil into a mound downhill, one measuring depth with a marked stick, one bringing water.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Test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Two bottles of water in your section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Does it spread or run?</a:t>
            </a:r>
          </a:p>
        </p:txBody>
      </p:sp>
      <p:pic>
        <p:nvPicPr>
          <p:cNvPr id="9" name="Picture 8" descr="watch-07-swale-overflow-p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2103120"/>
            <a:ext cx="470916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F-ANI-09 · play from the tablet: watch-07-swale-overflow-pond.mp4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F-D2-11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magic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 mm of rain on 1 m² = 1 litre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F-P08 · How much rain from your roof?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Top: a single square metre of ground marked with four pegs and string, a rain cloud over it, and one 1-litre bottle beside it. Middle: a simple house with a corrugated roof, a measuring tape along the length and width at ground level, rain falling, and a row of identical 20 ℓ buckets lined up beside a tank. Bottom: a tank close-up — gutter with a gentle…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Measure the roof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Length × width on the ground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Never climb the roof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Measuring the 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learners stretching a knotted string along the ground under the edge of a corrugated-iron roof of a hall; a third counting knots.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F-D2-13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many buckets?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10 m × 6 m = 60 m²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60 × 20 mm × 0.8 = 960 litres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≈ 48 buckets from one storm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Buckets from one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house roof with rain and, beside it, a long neat line of identical 20 L buckets receding into the distance — many buckets.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F-D2-14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Gutter, first-flush, tank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First rain washes the roof — let it go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Lid on · tap above a bucket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Overflow to the garden</a:t>
            </a:r>
          </a:p>
        </p:txBody>
      </p:sp>
      <p:pic>
        <p:nvPicPr>
          <p:cNvPr id="7" name="Picture 6" descr="watch-16-first-flush-t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202" y="1691640"/>
            <a:ext cx="5180076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F-ANI-10 · play from the tablet: watch-16-first-flush-tank.mp4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Every drop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Four stations · 10 minutes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Bottle drip-waterer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Two small holes near the bottom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Bury to the neck beside the plant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Hot nail: pliers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Bottle drip-waterer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Cut-away of soil with a 2 L bottle buried to its neck beside a young plant; tiny droplets leaving two small holes near the base towards the roots.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Mulch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 hand's width deep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 fist's gap around stems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Halves the watering</a:t>
            </a:r>
          </a:p>
        </p:txBody>
      </p:sp>
      <p:pic>
        <p:nvPicPr>
          <p:cNvPr id="7" name="Picture 6" descr="watch-14-mulch-pro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F-ANI-12 · play from the tablet: watch-14-mulch-protection.mp4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F-D2-18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Greywater and the banana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Washing water to trees, not leaves you eat raw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Never toilet, nappy, bleach or oil water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Change where you pour</a:t>
            </a:r>
          </a:p>
        </p:txBody>
      </p:sp>
      <p:pic>
        <p:nvPicPr>
          <p:cNvPr id="7" name="Picture 6" descr="watch-21-greywater-mul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202" y="1691640"/>
            <a:ext cx="5180076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F-ANI-11 · play from the tablet: watch-21-greywater-mulch.mp4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F-D2-19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Tonight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One bucket of washing water on a plant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Bring grass, leaves, greens, manure tomorrow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