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Leave it up while learners register (F-D1-S0).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both facilitators. Teach the call and response. Round of names: name, where you live, one thing you grow.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quiz cards F-IMG-70 to 77 one at a time (forms.md §5). Co-facilitator counts each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F-D1-S1. 5 min drawing, 5 min in groups. Stick all drawings under "Our hopes".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class's words on the poster, not yours. Check the eight points on the F-P01 card are there. Everyone signs.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Gogo Thandi story first. Then the three circles. Groups draw one thing they already do for each (8 min).</a:t>
            </a:r>
          </a:p>
          <a:p/>
          <a:p>
            <a:r>
              <a:t>Poster: F-P02</a:t>
            </a:r>
          </a:p>
          <a:p>
            <a:r>
              <a:t>Also: F-ANI-01</a:t>
            </a:r>
          </a:p>
          <a:p>
            <a:r>
              <a:t>Clip F-ANI-01: public/course-animations/intro-permaculture/watch-07-three-ethics.mp4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F-D1-S2. Cover the right half on the poster; on screen show the full picture after groups have discussed the left.</a:t>
            </a:r>
          </a:p>
          <a:p/>
          <a:p>
            <a:r>
              <a:t>Poster: F-P03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Water-pour demo outside, every group pours. Optional clip F-ANI-03 shows the two gardens through a dry season.</a:t>
            </a:r>
          </a:p>
          <a:p/>
          <a:p>
            <a:r>
              <a:t>Clip F-ANI-03: public/course-media/farmer-5day/F-ANI-03.mp4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Agroecology = farming with nature. Permaculture = designing with nature. Ask what grandmothers did.</a:t>
            </a:r>
          </a:p>
          <a:p/>
          <a:p>
            <a:r>
              <a:t>Poster: F-P03</a:t>
            </a:r>
          </a:p>
          <a:p>
            <a:r>
              <a:t>Clip F-ANI-02: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per principle: point, say it, ask for a local example.</a:t>
            </a:r>
          </a:p>
          <a:p/>
          <a:p>
            <a:r>
              <a:t>Poster: F-P04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Envelopes of 10 pictures per group. No magazines? Use printed picture cards F-IMG-80 to 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F-D1-S3. Cardboard house in the real sun, or a torch. Lower the torch for winter: longer shadows.</a:t>
            </a:r>
          </a:p>
          <a:p/>
          <a:p>
            <a:r>
              <a:t>Poster: F-P05</a:t>
            </a:r>
          </a:p>
          <a:p>
            <a:r>
              <a:t>Clip F-ANI-04: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20-minute site walk with ribbons and pegs. Clues: channels, silt, wet patches, bent trees.</a:t>
            </a:r>
          </a:p>
          <a:p/>
          <a:p>
            <a:r>
              <a:t>Poster: F-P05</a:t>
            </a:r>
          </a:p>
          <a:p>
            <a:r>
              <a:t>Clip F-ANI-05: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why spinach is by the kitchen and maize further away. Groups draw the venue from above (15 min).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F-D1-S4. One A-frame per group. Everybody has a job while building.</a:t>
            </a:r>
          </a:p>
          <a:p/>
          <a:p>
            <a:r>
              <a:t>Poster: F-P06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once, then every group calibrates its own frame. Check each level mark before frames are stored.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A4 and pencils. Any drawing is good. Bring it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 (toolkit §3). Register PM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Lima Ukudla, Uqine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Usuku 1 kwezi-5 — Kungani silima ngale ndlela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Course 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community garden at mid-morning: dark mulched beds, a small tank on a corrugated roof, a young woman and a gogo in a headscarf laughing as they carry a basket of leafy greens; hills behind. Sun in the north (upper left or right of frame, shadows toward the viewer's bottom).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Izinsuku 5 · 09:00–16:00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Amaqembu aba-5 · izandla enhlabathini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Nizohamba nezithombo, imbewu, nohlelo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Welcome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About 25 adults of mixed ages in a circle of plastic chairs under a lapa, one standing facilitator mid-gesture, everyone facing each other.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Umbuzo wezithombe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Hambani niye empendulweni: A · B · C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Akekho ongaphenduli kahle namuhla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Dwebani ithemba lenu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Ingadi yakho ekupheleni konyaka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Yidwebeni — akudingeki ukubhala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Khombisani iqembu: umzuzu 1 ngamunye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Drawing a hope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Close-up of hands of different ages drawing with wax crayons on A4 sheets: a house, a garden, a tank.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F-D1-05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Indlela esifunda ngayo ndawonye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Yini esiyidinga komunye nomunye?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F-P01 · Our class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circle of 10 seated people seen from slightly above — mixed ages, a gogo in a headscarf, a young man in a cap, a woman with a baby on her back — each with an open hand towards the middle, where a single seedling grows from a small mound. Keep the art in the top 35% so the lower part is a **blank ruled area** (12 lines) for the class to write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F-D1-06   ·   Poster F-P02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Izindlela ezintathu zokunakekela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Nakekela umhlaba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Nakekela abantu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Yabelana ngokulingene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F-P02 · Earth care · People care · Fair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Three equal overlapping circles (a Venn). Circle ① (top-left, Leaf green): two cupped hands holding dark soil with a sprouting seedling and an earthworm. Circle ② (top-right, Ochre): a family of four — gogo, mother, two children — eating from one pot. Circle ③ (bottom, Water blue outline only, Paper fill): one hand passing a basket of vegetables and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F-D1-07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Yiyiphi ingadi ezophila ngesomiso?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Bhekani imizuzu emi-3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Yini ehlukile?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F-P03 · Two gardens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 vertically. **Left:** a bare, cracked, pale plot on a slight slope; one crop in straight rows; a fertiliser bag and a spray can with a skull-free generic warning shape; rainwater running off in brown channels taking soil down the slope; a hot sun in the north (upper edge) and a wilting plant. **Right:** the same slope with dark mulched beds, many…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Inhlabathi engembozwe noma embozwe?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Thelani inkomishi eyodwa kokubili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Amanzi aye kuphi?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Two gardens through a dry season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 screen, same gentle slope, same fixed camera. LEFT: bare pale soil, one crop in rows. RIGHT: mulched beds, mixed plants, a small tree, a swale. Sequence: (0–5 s) a summer storm — left: brown water runs off in channels carrying soil; right: water soaks in, swale fills and empties downward into the soil. (5–12 s) days pass (sun arcs across the NORTH…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Ukulima nemvelo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Inhlabathi ihlale imbozwe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Izitshalo eziningi ndawonye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Amanzi ahamba kancane · akukho okumoshwayo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F-D1-10   ·   Poster F-P04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Izindlela eziyisithupha zokulima nemvelo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Qala ngokubuka · Bamba ugcine · Abasizi abaningi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Akukho okungumfucuza · Qala kancane · Sebenzisa imiphetho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F-P04 · Six garden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2 × 3 grid of six square icons with a bold simple scene each: ① a person squatting, watching rain run across a yard (an eye motif); ② a roof gutter pouring into a tank, and a hand holding seeds; ③ a maize stalk, a bean vine climbing it, and a pumpkin at its foot; ④ vegetable peels going into a compost heap, a small arrow round to a green plant; ⑤ one…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Ukuzingela izithombe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Fanisani isithombe ngasinye nendlela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Wonke umuntu abeke izithombe ezimbili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Imizuzu engu-20, bese nizungeza nibuka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F-IMG-80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Principle picture — Watch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Photo-like illustration of a person squatting and watching rain run across a yard. Must look like a magazine picture (a scene, not a diagram) so the hunt still works. No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F-D1-12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Lingaphi ilanga?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ENingizimu Afrika ilanga lisenyakatho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Imithunzi iwela eningizimu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Tshala enyakatho yendlu</a:t>
            </a:r>
          </a:p>
        </p:txBody>
      </p:sp>
      <p:pic>
        <p:nvPicPr>
          <p:cNvPr id="7" name="Picture 6" descr="watch-09-sun-shado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F-ANI-04 · play from the tablet: watch-09-sun-shadows.mp4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F-D1-13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Fundani umhlaba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Ophuzi = ilanga usuku lonke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Obomvu = amakhaza noma umoya onamandla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Oluhlaza okwesibhakabhaka = amanzi ayagobhoza noma ayama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F-ANI-05 · play from the tablet: watch-05-water-movement.mp4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F-D1-14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Ama-zone: eduze nomnyango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0 indlu · 1 amakhambi nemifino yansuku zonke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2 imibhede, izithelo, izinkukhu · 3 amasimu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 amadlelo nezinkuni · 5 endle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F-P05 · Read your 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bird's-eye illustrated homestead on a gentle slope. A compass rose with the N arrow pointing to the TOP of the poster. The sun drawn at the top (north) with its arc from east (right) to west (left); the house casts its shadow to the SOUTH (bottom). Blue arrows show water running from the road and roof down the slope. A cold wind drawn as grey curved…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F-D1-15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Thola umugqa olinganayo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Imilenze emibili · induku ephambanayo · intambo netshe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F-P06 · Build an A-frame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Large side view of an A-frame made of two wooden droppers tied at the top (crossed, tips sticking out), a horizontal crossbar halfway, and a string with a stone hanging from the apex past the crossbar. Below it, a small 3-step strip: (a) frame on two pegs, a mark where the string crosses; (b) the frame turned round, feet swapped, a second mark; (c) a big…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F-D1-16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Lungisani i-A-frame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Makani · phendulani · makani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Phakathi kulinganile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Kusihlwa: dweba igceke lakho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Indlu · umcibisholo wasenyakatho · ithephu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Lapho amanzi agobhoza khona · lapho ilanga lishisa khona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Lapho i-Zone 1 izoba khona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Igama elilodwa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Igama elilodwa ngalolu suku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Into ozoyenza ekhaya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Amathuluzi abuyiswe abalwe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