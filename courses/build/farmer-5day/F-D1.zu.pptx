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slide. Leave it up while learners register (F-D1-S0).</a:t>
            </a:r>
          </a:p>
          <a:p/>
          <a:p>
            <a:r>
              <a:t>Picture F-IMG-01 (coming) — Course cover: A community garden at mid-morning: dark mulched beds, a small tank on a corrugated roof, a young woman and a gogo in a headscarf laughing as they carry a basket of leafy greens; hills behind. Sun in the north (upper left or right of frame, shadows toward the viewer's bottom).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both facilitators. Teach the call and response. Round of names: name, where you live, one thing you grow.</a:t>
            </a:r>
          </a:p>
          <a:p/>
          <a:p>
            <a:r>
              <a:t>Poster: F-P01</a:t>
            </a:r>
          </a:p>
          <a:p>
            <a:r>
              <a:t>Picture F-IMG-02 (coming) — Welcome circle: About 25 adults of mixed ages in a circle of plastic chairs under a lapa, one standing facilitator mid-gesture, everyone facing each other.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quiz cards F-IMG-70 to 77 one at a time (forms.md §5). Co-facilitator counts each corner.</a:t>
            </a:r>
          </a:p>
          <a:p/>
          <a:p>
            <a:r>
              <a:t>Picture F-IMG-70 (coming) — Picture quiz card 1: Question (said aloud, not printed in the art): 'Where is the sun at midday in winter?' Art: three panels A/B/C: sun to the north of a house (shadow south) · sun to the south · sun straight overhead. Three equal panels with a large A, B and C typeset below each panel in the layout (not in the art).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F-D1-S1. 5 min drawing, 5 min in groups. Stick all drawings under "Our hopes".</a:t>
            </a:r>
          </a:p>
          <a:p/>
          <a:p>
            <a:r>
              <a:t>Picture F-IMG-03 (coming) — Drawing a hope: Close-up of hands of different ages drawing with wax crayons on A4 sheets: a house, a garden, a tank.</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Write the class's words on the poster, not yours. Check the eight points on the F-P01 card are there. Everyone signs.</a:t>
            </a:r>
          </a:p>
          <a:p/>
          <a:p>
            <a:r>
              <a:t>Poster: F-P01</a:t>
            </a:r>
          </a:p>
          <a:p>
            <a:r>
              <a:t>Picture F-P01-ART (coming) — Artwork for F-P01 · Our class agreement: A circle of 10 seated people seen from slightly above — mixed ages, a gogo in a headscarf, a young man in a cap, a woman with a baby on her back — each with an open hand towards the middle, where a single seedling grows from a small mound. Keep the art in the top 35% so the lower part is a **blank ruled area** (12 lines) for the class to write 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Tell the Gogo Thandi story first. Then the three circles. Groups draw one thing they already do for each (8 min).</a:t>
            </a:r>
          </a:p>
          <a:p/>
          <a:p>
            <a:r>
              <a:t>Poster: F-P02</a:t>
            </a:r>
          </a:p>
          <a:p>
            <a:r>
              <a:t>Also: F-ANI-01</a:t>
            </a:r>
          </a:p>
          <a:p>
            <a:r>
              <a:t>Picture F-P02-ART (coming) — Artwork for F-P02 · Earth care · People care · Fair share: Three equal overlapping circles (a Venn). Circle ① (top-left, Leaf green): two cupped hands holding dark soil with a sprouting seedling and an earthworm. Circle ② (top-right, Ochre): a family of four — gogo, mother, two children — eating from one pot. Circle ③ (bottom, Water blue outline only, Paper fill): one hand passing a basket of vegetables and a small seed packet to another hand, with a curved arrow back to soil. In the centre overlap: a small homestead garden.</a:t>
            </a:r>
          </a:p>
          <a:p>
            <a:r>
              <a:t>Clip F-ANI-01: public/course-media/farmer-5day/F-ANI-01.mp4</a:t>
            </a:r>
          </a:p>
          <a:p>
            <a:r>
              <a:t>Picture F-ANI-01 (coming) — Three ethics: Three circles form one after another and overlap: hands holding soil with a seedling; a family eating from one pot; a basket passing between two hands while peels return to the soil. The shared centre fills with a small green garden. (Replaces the withdrawn clip `intro-permaculture/watch-07-three-ethics.mp4`.)</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F-D1-S2. Cover the right half on the poster; on screen show the full picture after groups have discussed the left.</a:t>
            </a:r>
          </a:p>
          <a:p/>
          <a:p>
            <a:r>
              <a:t>Poster: F-P03</a:t>
            </a:r>
          </a:p>
          <a:p>
            <a:r>
              <a:t>Picture F-P03-ART (coming) — Artwork for F-P03 · Two gardens: Split vertically. **Left:** a bare, cracked, pale plot on a slight slope; one crop in straight rows; a fertiliser bag and a spray can with a skull-free generic warning shape; rainwater running off in brown channels taking soil down the slope; a hot sun in the north (upper edge) and a wilting plant. **Right:** the same slope with dark mulched beds, many mixed plant shapes of different heights, a small tree, a compost heap, a swale with water soaking in, a tank on a small roof, a bird and a ladybird. Same sky; right side looks cooler.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Water-pour demo outside, every group pours. Optional clip F-ANI-03 shows the two gardens through a dry season.</a:t>
            </a:r>
          </a:p>
          <a:p/>
          <a:p>
            <a:r>
              <a:t>Clip F-ANI-03: public/course-media/farmer-5day/F-ANI-03.mp4</a:t>
            </a:r>
          </a:p>
          <a:p>
            <a:r>
              <a:t>Picture F-ANI-03 (coming) — Two gardens through a dry season: Split screen, same gentle slope, same fixed camera. LEFT: bare pale soil, one crop in rows. RIGHT: mulched beds, mixed plants, a small tree, a swale. Sequence: (0–5 s) a summer storm — left: brown water runs off in channels carrying soil; right: water soaks in, swale fills and empties downward into the soil. (5–12 s) days pass (sun arcs across the NORTH side of the frame, shadows to the south) — left soil cracks, plants wilt; right stays green. (12–20 s) dry season — left bare and dusty; right still producing, mulch visible. Loop back softly. No text.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Agroecology = farming with nature. Permaculture = designing with nature. Ask what grandmothers did.</a:t>
            </a:r>
          </a:p>
          <a:p/>
          <a:p>
            <a:r>
              <a:t>Poster: F-P03</a:t>
            </a:r>
          </a:p>
          <a:p>
            <a:r>
              <a:t>Clip F-ANI-02: public/course-media/farmer-5day/F-ANI-02.mp4</a:t>
            </a:r>
          </a:p>
          <a:p>
            <a:r>
              <a:t>Picture F-ANI-02 (coming) — Diversity: A bare row of a single crop wilts as pests arrive; beside it a mixed bed (tall grain, climbing bean, spreading pumpkin-like leaves, flowers) stays green while ladybirds and birds visit. Seasons pass and the mixed bed keeps producing. (Replaces the withdrawn clip `intro-permaculture/watch-13-diversity.mp4`.)</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minutes per principle: point, say it, ask for a local example.</a:t>
            </a:r>
          </a:p>
          <a:p/>
          <a:p>
            <a:r>
              <a:t>Poster: F-P04</a:t>
            </a:r>
          </a:p>
          <a:p>
            <a:r>
              <a:t>Picture F-P04-ART (coming) — Artwork for F-P04 · Six garden principles: A 2 × 3 grid of six square icons with a bold simple scene each: ① a person squatting, watching rain run across a yard (an eye motif); ② a roof gutter pouring into a tank, and a hand holding seeds; ③ a maize stalk, a bean vine climbing it, and a pumpkin at its foot; ④ vegetable peels going into a compost heap, a small arrow round to a green plant; ⑤ one small, lush, well-kept bed next to three large bare ones (crossed out lightly); ⑥ a bed along a path and a fence with climbing beans, a tap dripping onto a plant.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Envelopes of 10 pictures per group. No magazines? Use printed picture cards F-IMG-80 to 91.</a:t>
            </a:r>
          </a:p>
          <a:p/>
          <a:p>
            <a:r>
              <a:t>Picture F-IMG-80 (coming) — Principle picture — Watch first: Photo-like illustration of a person squatting and watching rain run across a yard. Must look like a magazine picture (a scene, not a diagram) so the hunt still works. No text.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F-D1-S3. Cardboard house in the real sun, or a torch. Lower the torch for winter: longer shadows.</a:t>
            </a:r>
          </a:p>
          <a:p/>
          <a:p>
            <a:r>
              <a:t>Poster: F-P05</a:t>
            </a:r>
          </a:p>
          <a:p>
            <a:r>
              <a:t>Clip F-ANI-04: public/course-media/farmer-5day/F-ANI-04.mp4</a:t>
            </a:r>
          </a:p>
          <a:p>
            <a:r>
              <a:t>Picture F-ANI-04 (coming) — Sun and shadows: A small house on open ground seen from the side at an angle. The sun travels in a low arc across the NORTH side of the sky from east (right) to west (left); the house's shadow sweeps across the ground on the SOUTH side. Then winter: the arc drops lower and the shadow grows longer. Loops. (Replaces the withdrawn clip `reading-landscape/watch-09-sun-shadows.mp4`.)</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20-minute site walk with ribbons and pegs. Clues: channels, silt, wet patches, bent trees.</a:t>
            </a:r>
          </a:p>
          <a:p/>
          <a:p>
            <a:r>
              <a:t>Poster: F-P05</a:t>
            </a:r>
          </a:p>
          <a:p>
            <a:r>
              <a:t>Clip F-ANI-05: public/course-media/farmer-5day/F-ANI-05.mp4</a:t>
            </a:r>
          </a:p>
          <a:p>
            <a:r>
              <a:t>Picture F-ANI-05 (coming) — Water movement: A homestead on a gentle slope in a summer storm: rain falls on roof, road and yard; blue flow lines gather into channels and run downhill carrying soil. Then the same slope with stone lines and grass strips, where the water spreads and sinks in. (Replaces the withdrawn clip `reading-landscape/watch-05-water-movement.mp4`.)</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why spinach is by the kitchen and maize further away. Groups draw the venue from above (15 min).</a:t>
            </a:r>
          </a:p>
          <a:p/>
          <a:p>
            <a:r>
              <a:t>Poster: F-P05</a:t>
            </a:r>
          </a:p>
          <a:p>
            <a:r>
              <a:t>Picture F-P05-ART (coming) — Artwork for F-P05 · Read your land: A bird's-eye illustrated homestead on a gentle slope. A compass rose with the N arrow pointing to the TOP of the poster. The sun drawn at the top (north) with its arc from east (right) to west (left); the house casts its shadow to the SOUTH (bottom). Blue arrows show water running from the road and roof down the slope. A cold wind drawn as grey curved lines from the south-west (bottom-left). Five concentric soft bands around the house (zones 0–5): 0 house; 1 herbs and a tap next to the kitchen door; 2 beds, fruit trees, a chicken run; 3 a maize/bean/pumpkin field; 4 grazing and a woodlot; 5 wild bush on the far edge.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F-D1-S4. One A-frame per group. Everybody has a job while building.</a:t>
            </a:r>
          </a:p>
          <a:p/>
          <a:p>
            <a:r>
              <a:t>Poster: F-P06</a:t>
            </a:r>
          </a:p>
          <a:p>
            <a:r>
              <a:t>Picture F-P06-ART (coming) — Artwork for F-P06 · Build an A-frame: Large side view of an A-frame made of two wooden droppers tied at the top (crossed, tips sticking out), a horizontal crossbar halfway, and a string with a stone hanging from the apex past the crossbar. Below it, a small 3-step strip: (a) frame on two pegs, a mark where the string crosses; (b) the frame turned round, feet swapped, a second mark; (c) a big mark exactly between them. At the bottom, a young woman and an older man walking the frame across a slope, leaving a line of pegs that curves with the land.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once, then every group calibrates its own frame. Check each level mark before frames are stored.</a:t>
            </a:r>
          </a:p>
          <a:p/>
          <a:p>
            <a:r>
              <a:t>Poster: F-P06</a:t>
            </a:r>
          </a:p>
          <a:p>
            <a:r>
              <a:t>Clip F-ANI-06: public/course-animations/reading-landscape/flow-a-frame.mp4</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Hand out A4 and pencils. Any drawing is good. Bring it tomorrow.</a:t>
            </a:r>
          </a:p>
          <a:p/>
          <a:p>
            <a:r>
              <a:t>Picture F-IMG-04 (coming) — My garden map: A hand-drawn map on paper seen from above: a house square, a north arrow, a tap, blue arrows of water, a sun symbol on the north side, a circle marking zone 1. Pencil and crayon style.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Closing circle (toolkit §3). Register PM signatures.</a:t>
            </a:r>
          </a:p>
          <a:p/>
          <a:p>
            <a:r>
              <a:t>Picture F-IMG-05 (coming) — Closing circle: Late-afternoon warm light; a circle of standing people, one holding up a hand to speak; tools laid neatly on a tarp in the centre.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F5D34"/>
        </a:solidFill>
        <a:effectLst/>
      </p:bgPr>
    </p:bg>
    <p:spTree>
      <p:nvGrpSpPr>
        <p:cNvPr id="1" name=""/>
        <p:cNvGrpSpPr/>
        <p:nvPr/>
      </p:nvGrpSpPr>
      <p:grpSpPr/>
      <p:sp>
        <p:nvSpPr>
          <p:cNvPr id="2" name="Rectangle 1"/>
          <p:cNvSpPr/>
          <p:nvPr/>
        </p:nvSpPr>
        <p:spPr>
          <a:xfrm>
            <a:off x="201168" y="201168"/>
            <a:ext cx="11789664" cy="6455664"/>
          </a:xfrm>
          <a:prstGeom prst="rect">
            <a:avLst/>
          </a:prstGeom>
          <a:noFill/>
          <a:ln w="31750">
            <a:solidFill>
              <a:srgbClr val="EFE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Isosceles Triangle 2"/>
          <p:cNvSpPr/>
          <p:nvPr/>
        </p:nvSpPr>
        <p:spPr>
          <a:xfrm>
            <a:off x="201168" y="6291072"/>
            <a:ext cx="535893" cy="365760"/>
          </a:xfrm>
          <a:prstGeom prst="triangle">
            <a:avLst/>
          </a:prstGeom>
          <a:solidFill>
            <a:srgbClr val="B24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Isosceles Triangle 3"/>
          <p:cNvSpPr/>
          <p:nvPr/>
        </p:nvSpPr>
        <p:spPr>
          <a:xfrm>
            <a:off x="737061" y="6291072"/>
            <a:ext cx="535893" cy="365760"/>
          </a:xfrm>
          <a:prstGeom prst="triangle">
            <a:avLst/>
          </a:prstGeom>
          <a:solidFill>
            <a:srgbClr val="B24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Isosceles Triangle 4"/>
          <p:cNvSpPr/>
          <p:nvPr/>
        </p:nvSpPr>
        <p:spPr>
          <a:xfrm>
            <a:off x="1272955" y="6291072"/>
            <a:ext cx="535893" cy="365760"/>
          </a:xfrm>
          <a:prstGeom prst="triangle">
            <a:avLst/>
          </a:prstGeom>
          <a:solidFill>
            <a:srgbClr val="B24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Isosceles Triangle 5"/>
          <p:cNvSpPr/>
          <p:nvPr/>
        </p:nvSpPr>
        <p:spPr>
          <a:xfrm>
            <a:off x="1808849" y="6291072"/>
            <a:ext cx="535893" cy="365760"/>
          </a:xfrm>
          <a:prstGeom prst="triangle">
            <a:avLst/>
          </a:prstGeom>
          <a:solidFill>
            <a:srgbClr val="B24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Isosceles Triangle 6"/>
          <p:cNvSpPr/>
          <p:nvPr/>
        </p:nvSpPr>
        <p:spPr>
          <a:xfrm>
            <a:off x="2344743" y="6291072"/>
            <a:ext cx="535893" cy="365760"/>
          </a:xfrm>
          <a:prstGeom prst="triangle">
            <a:avLst/>
          </a:prstGeom>
          <a:solidFill>
            <a:srgbClr val="B24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Isosceles Triangle 7"/>
          <p:cNvSpPr/>
          <p:nvPr/>
        </p:nvSpPr>
        <p:spPr>
          <a:xfrm>
            <a:off x="2880637" y="6291072"/>
            <a:ext cx="535893" cy="365760"/>
          </a:xfrm>
          <a:prstGeom prst="triangle">
            <a:avLst/>
          </a:prstGeom>
          <a:solidFill>
            <a:srgbClr val="B24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Isosceles Triangle 8"/>
          <p:cNvSpPr/>
          <p:nvPr/>
        </p:nvSpPr>
        <p:spPr>
          <a:xfrm>
            <a:off x="3416530" y="6291072"/>
            <a:ext cx="535893" cy="365760"/>
          </a:xfrm>
          <a:prstGeom prst="triangle">
            <a:avLst/>
          </a:prstGeom>
          <a:solidFill>
            <a:srgbClr val="B24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Isosceles Triangle 9"/>
          <p:cNvSpPr/>
          <p:nvPr/>
        </p:nvSpPr>
        <p:spPr>
          <a:xfrm>
            <a:off x="3952424" y="6291072"/>
            <a:ext cx="535893" cy="365760"/>
          </a:xfrm>
          <a:prstGeom prst="triangle">
            <a:avLst/>
          </a:prstGeom>
          <a:solidFill>
            <a:srgbClr val="B24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Isosceles Triangle 10"/>
          <p:cNvSpPr/>
          <p:nvPr/>
        </p:nvSpPr>
        <p:spPr>
          <a:xfrm>
            <a:off x="4488318" y="6291072"/>
            <a:ext cx="535893" cy="365760"/>
          </a:xfrm>
          <a:prstGeom prst="triangle">
            <a:avLst/>
          </a:prstGeom>
          <a:solidFill>
            <a:srgbClr val="B24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Isosceles Triangle 11"/>
          <p:cNvSpPr/>
          <p:nvPr/>
        </p:nvSpPr>
        <p:spPr>
          <a:xfrm>
            <a:off x="5024212" y="6291072"/>
            <a:ext cx="535893" cy="365760"/>
          </a:xfrm>
          <a:prstGeom prst="triangle">
            <a:avLst/>
          </a:prstGeom>
          <a:solidFill>
            <a:srgbClr val="B24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Isosceles Triangle 12"/>
          <p:cNvSpPr/>
          <p:nvPr/>
        </p:nvSpPr>
        <p:spPr>
          <a:xfrm>
            <a:off x="5560106" y="6291072"/>
            <a:ext cx="535893" cy="365760"/>
          </a:xfrm>
          <a:prstGeom prst="triangle">
            <a:avLst/>
          </a:prstGeom>
          <a:solidFill>
            <a:srgbClr val="B24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Isosceles Triangle 13"/>
          <p:cNvSpPr/>
          <p:nvPr/>
        </p:nvSpPr>
        <p:spPr>
          <a:xfrm>
            <a:off x="6096000" y="6291072"/>
            <a:ext cx="535893" cy="365760"/>
          </a:xfrm>
          <a:prstGeom prst="triangle">
            <a:avLst/>
          </a:prstGeom>
          <a:solidFill>
            <a:srgbClr val="B24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Isosceles Triangle 14"/>
          <p:cNvSpPr/>
          <p:nvPr/>
        </p:nvSpPr>
        <p:spPr>
          <a:xfrm>
            <a:off x="6631893" y="6291072"/>
            <a:ext cx="535893" cy="365760"/>
          </a:xfrm>
          <a:prstGeom prst="triangle">
            <a:avLst/>
          </a:prstGeom>
          <a:solidFill>
            <a:srgbClr val="B24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Isosceles Triangle 15"/>
          <p:cNvSpPr/>
          <p:nvPr/>
        </p:nvSpPr>
        <p:spPr>
          <a:xfrm>
            <a:off x="7167787" y="6291072"/>
            <a:ext cx="535893" cy="365760"/>
          </a:xfrm>
          <a:prstGeom prst="triangle">
            <a:avLst/>
          </a:prstGeom>
          <a:solidFill>
            <a:srgbClr val="B24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Isosceles Triangle 16"/>
          <p:cNvSpPr/>
          <p:nvPr/>
        </p:nvSpPr>
        <p:spPr>
          <a:xfrm>
            <a:off x="7703681" y="6291072"/>
            <a:ext cx="535893" cy="365760"/>
          </a:xfrm>
          <a:prstGeom prst="triangle">
            <a:avLst/>
          </a:prstGeom>
          <a:solidFill>
            <a:srgbClr val="B24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Isosceles Triangle 17"/>
          <p:cNvSpPr/>
          <p:nvPr/>
        </p:nvSpPr>
        <p:spPr>
          <a:xfrm>
            <a:off x="8239575" y="6291072"/>
            <a:ext cx="535893" cy="365760"/>
          </a:xfrm>
          <a:prstGeom prst="triangle">
            <a:avLst/>
          </a:prstGeom>
          <a:solidFill>
            <a:srgbClr val="B24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Isosceles Triangle 18"/>
          <p:cNvSpPr/>
          <p:nvPr/>
        </p:nvSpPr>
        <p:spPr>
          <a:xfrm>
            <a:off x="8775469" y="6291072"/>
            <a:ext cx="535893" cy="365760"/>
          </a:xfrm>
          <a:prstGeom prst="triangle">
            <a:avLst/>
          </a:prstGeom>
          <a:solidFill>
            <a:srgbClr val="B24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Isosceles Triangle 19"/>
          <p:cNvSpPr/>
          <p:nvPr/>
        </p:nvSpPr>
        <p:spPr>
          <a:xfrm>
            <a:off x="9311362" y="6291072"/>
            <a:ext cx="535893" cy="365760"/>
          </a:xfrm>
          <a:prstGeom prst="triangle">
            <a:avLst/>
          </a:prstGeom>
          <a:solidFill>
            <a:srgbClr val="B24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Isosceles Triangle 20"/>
          <p:cNvSpPr/>
          <p:nvPr/>
        </p:nvSpPr>
        <p:spPr>
          <a:xfrm>
            <a:off x="9847256" y="6291072"/>
            <a:ext cx="535893" cy="365760"/>
          </a:xfrm>
          <a:prstGeom prst="triangle">
            <a:avLst/>
          </a:prstGeom>
          <a:solidFill>
            <a:srgbClr val="B24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Isosceles Triangle 21"/>
          <p:cNvSpPr/>
          <p:nvPr/>
        </p:nvSpPr>
        <p:spPr>
          <a:xfrm>
            <a:off x="10383150" y="6291072"/>
            <a:ext cx="535893" cy="365760"/>
          </a:xfrm>
          <a:prstGeom prst="triangle">
            <a:avLst/>
          </a:prstGeom>
          <a:solidFill>
            <a:srgbClr val="B24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Isosceles Triangle 22"/>
          <p:cNvSpPr/>
          <p:nvPr/>
        </p:nvSpPr>
        <p:spPr>
          <a:xfrm>
            <a:off x="10919044" y="6291072"/>
            <a:ext cx="535893" cy="365760"/>
          </a:xfrm>
          <a:prstGeom prst="triangle">
            <a:avLst/>
          </a:prstGeom>
          <a:solidFill>
            <a:srgbClr val="B24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Isosceles Triangle 23"/>
          <p:cNvSpPr/>
          <p:nvPr/>
        </p:nvSpPr>
        <p:spPr>
          <a:xfrm>
            <a:off x="11454938" y="6291072"/>
            <a:ext cx="535893" cy="365760"/>
          </a:xfrm>
          <a:prstGeom prst="triangle">
            <a:avLst/>
          </a:prstGeom>
          <a:solidFill>
            <a:srgbClr val="B24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94360" y="5897880"/>
            <a:ext cx="5486400" cy="274320"/>
          </a:xfrm>
          <a:prstGeom prst="rect">
            <a:avLst/>
          </a:prstGeom>
          <a:noFill/>
        </p:spPr>
        <p:txBody>
          <a:bodyPr wrap="square" anchor="ctr" lIns="45720" rIns="45720" tIns="0" bIns="0">
            <a:spAutoFit/>
          </a:bodyPr>
          <a:lstStyle/>
          <a:p>
            <a:pPr algn="l">
              <a:spcAft>
                <a:spcPts val="800"/>
              </a:spcAft>
            </a:pPr>
            <a:r>
              <a:rPr sz="1000" b="0">
                <a:solidFill>
                  <a:srgbClr val="A2AF93"/>
                </a:solidFill>
                <a:latin typeface="Verdana"/>
              </a:rPr>
              <a:t>Grow Food, Grow Strong  ·  F-D1-01</a:t>
            </a:r>
          </a:p>
        </p:txBody>
      </p:sp>
      <p:sp>
        <p:nvSpPr>
          <p:cNvPr id="26" name="TextBox 25"/>
          <p:cNvSpPr txBox="1"/>
          <p:nvPr/>
        </p:nvSpPr>
        <p:spPr>
          <a:xfrm>
            <a:off x="9768840" y="5897880"/>
            <a:ext cx="1828800" cy="274320"/>
          </a:xfrm>
          <a:prstGeom prst="rect">
            <a:avLst/>
          </a:prstGeom>
          <a:noFill/>
        </p:spPr>
        <p:txBody>
          <a:bodyPr wrap="square" anchor="ctr" lIns="45720" rIns="45720" tIns="0" bIns="0">
            <a:spAutoFit/>
          </a:bodyPr>
          <a:lstStyle/>
          <a:p>
            <a:pPr algn="r">
              <a:spcAft>
                <a:spcPts val="800"/>
              </a:spcAft>
            </a:pPr>
            <a:r>
              <a:rPr sz="1000" b="0">
                <a:solidFill>
                  <a:srgbClr val="A2AF93"/>
                </a:solidFill>
                <a:latin typeface="Verdana"/>
              </a:rPr>
              <a:t>1 / 18</a:t>
            </a:r>
          </a:p>
        </p:txBody>
      </p:sp>
      <p:sp>
        <p:nvSpPr>
          <p:cNvPr id="27" name="TextBox 26"/>
          <p:cNvSpPr txBox="1"/>
          <p:nvPr/>
        </p:nvSpPr>
        <p:spPr>
          <a:xfrm>
            <a:off x="822960" y="960120"/>
            <a:ext cx="6400800" cy="365760"/>
          </a:xfrm>
          <a:prstGeom prst="rect">
            <a:avLst/>
          </a:prstGeom>
          <a:noFill/>
        </p:spPr>
        <p:txBody>
          <a:bodyPr wrap="square" anchor="t" lIns="45720" rIns="45720" tIns="0" bIns="0">
            <a:spAutoFit/>
          </a:bodyPr>
          <a:lstStyle/>
          <a:p>
            <a:pPr algn="l">
              <a:spcAft>
                <a:spcPts val="800"/>
              </a:spcAft>
            </a:pPr>
            <a:r>
              <a:rPr sz="1600" b="1">
                <a:solidFill>
                  <a:srgbClr val="BFC4AA"/>
                </a:solidFill>
                <a:latin typeface="Verdana"/>
              </a:rPr>
              <a:t>USUKU 1</a:t>
            </a:r>
          </a:p>
        </p:txBody>
      </p:sp>
      <p:sp>
        <p:nvSpPr>
          <p:cNvPr id="28" name="TextBox 27"/>
          <p:cNvSpPr txBox="1"/>
          <p:nvPr/>
        </p:nvSpPr>
        <p:spPr>
          <a:xfrm>
            <a:off x="822960" y="1371600"/>
            <a:ext cx="6400800" cy="2103120"/>
          </a:xfrm>
          <a:prstGeom prst="rect">
            <a:avLst/>
          </a:prstGeom>
          <a:noFill/>
        </p:spPr>
        <p:txBody>
          <a:bodyPr wrap="square" anchor="b" lIns="45720" rIns="45720" tIns="0" bIns="0">
            <a:spAutoFit/>
          </a:bodyPr>
          <a:lstStyle/>
          <a:p>
            <a:pPr algn="l">
              <a:lnSpc>
                <a:spcPct val="95000"/>
              </a:lnSpc>
              <a:spcAft>
                <a:spcPts val="800"/>
              </a:spcAft>
            </a:pPr>
            <a:r>
              <a:rPr sz="5400" b="1">
                <a:solidFill>
                  <a:srgbClr val="EFE6D2"/>
                </a:solidFill>
                <a:latin typeface="Rockwell"/>
              </a:rPr>
              <a:t>Lima Ukudla, Uqine</a:t>
            </a:r>
          </a:p>
        </p:txBody>
      </p:sp>
      <p:sp>
        <p:nvSpPr>
          <p:cNvPr id="29" name="Rectangle 28"/>
          <p:cNvSpPr/>
          <p:nvPr/>
        </p:nvSpPr>
        <p:spPr>
          <a:xfrm>
            <a:off x="822960" y="3639312"/>
            <a:ext cx="1463040" cy="91440"/>
          </a:xfrm>
          <a:prstGeom prst="rect">
            <a:avLst/>
          </a:prstGeom>
          <a:solidFill>
            <a:srgbClr val="B24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2960" y="3931920"/>
            <a:ext cx="6400800" cy="1645920"/>
          </a:xfrm>
          <a:prstGeom prst="rect">
            <a:avLst/>
          </a:prstGeom>
          <a:noFill/>
        </p:spPr>
        <p:txBody>
          <a:bodyPr wrap="square" anchor="t" lIns="45720" rIns="45720" tIns="0" bIns="0">
            <a:spAutoFit/>
          </a:bodyPr>
          <a:lstStyle/>
          <a:p>
            <a:pPr algn="l">
              <a:spcAft>
                <a:spcPts val="800"/>
              </a:spcAft>
            </a:pPr>
            <a:r>
              <a:rPr sz="2400" b="0">
                <a:solidFill>
                  <a:srgbClr val="D2D1BA"/>
                </a:solidFill>
                <a:latin typeface="Verdana"/>
              </a:rPr>
              <a:t>Usuku 1 kwezi-5 — Kungani silima ngale ndlela</a:t>
            </a:r>
          </a:p>
        </p:txBody>
      </p:sp>
      <p:sp>
        <p:nvSpPr>
          <p:cNvPr id="31" name="Rectangle 30"/>
          <p:cNvSpPr/>
          <p:nvPr/>
        </p:nvSpPr>
        <p:spPr>
          <a:xfrm>
            <a:off x="7452360" y="914400"/>
            <a:ext cx="4114800" cy="4206240"/>
          </a:xfrm>
          <a:prstGeom prst="rect">
            <a:avLst/>
          </a:prstGeom>
          <a:solidFill>
            <a:srgbClr val="F8F4EB"/>
          </a:solidFill>
          <a:ln w="50800">
            <a:solidFill>
              <a:srgbClr val="EFE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098280" y="2057400"/>
            <a:ext cx="822960" cy="822960"/>
          </a:xfrm>
          <a:prstGeom prst="rect">
            <a:avLst/>
          </a:prstGeom>
          <a:noFill/>
          <a:ln w="25400">
            <a:solidFill>
              <a:srgbClr val="CA88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098280" y="2057400"/>
            <a:ext cx="822960" cy="822960"/>
          </a:xfrm>
          <a:prstGeom prst="rect">
            <a:avLst/>
          </a:prstGeom>
          <a:noFill/>
        </p:spPr>
        <p:txBody>
          <a:bodyPr wrap="square" anchor="ctr" lIns="45720" rIns="45720" tIns="0" bIns="0">
            <a:spAutoFit/>
          </a:bodyPr>
          <a:lstStyle/>
          <a:p>
            <a:pPr algn="ctr">
              <a:spcAft>
                <a:spcPts val="800"/>
              </a:spcAft>
            </a:pPr>
            <a:r>
              <a:rPr sz="2600" b="0">
                <a:solidFill>
                  <a:srgbClr val="C06F51"/>
                </a:solidFill>
                <a:latin typeface="Verdana"/>
              </a:rPr>
              <a:t>✦</a:t>
            </a:r>
          </a:p>
        </p:txBody>
      </p:sp>
      <p:sp>
        <p:nvSpPr>
          <p:cNvPr id="34" name="TextBox 33"/>
          <p:cNvSpPr txBox="1"/>
          <p:nvPr/>
        </p:nvSpPr>
        <p:spPr>
          <a:xfrm>
            <a:off x="7836408" y="3063240"/>
            <a:ext cx="3346704" cy="822960"/>
          </a:xfrm>
          <a:prstGeom prst="rect">
            <a:avLst/>
          </a:prstGeom>
          <a:noFill/>
        </p:spPr>
        <p:txBody>
          <a:bodyPr wrap="square" anchor="t" lIns="45720" rIns="45720" tIns="0" bIns="0">
            <a:spAutoFit/>
          </a:bodyPr>
          <a:lstStyle/>
          <a:p>
            <a:pPr algn="ctr">
              <a:spcAft>
                <a:spcPts val="800"/>
              </a:spcAft>
            </a:pPr>
            <a:r>
              <a:rPr sz="2000" b="1">
                <a:solidFill>
                  <a:srgbClr val="3C3B37"/>
                </a:solidFill>
                <a:latin typeface="Rockwell"/>
              </a:rPr>
              <a:t>Course cover</a:t>
            </a:r>
          </a:p>
        </p:txBody>
      </p:sp>
      <p:sp>
        <p:nvSpPr>
          <p:cNvPr id="35" name="TextBox 34"/>
          <p:cNvSpPr txBox="1"/>
          <p:nvPr/>
        </p:nvSpPr>
        <p:spPr>
          <a:xfrm>
            <a:off x="7836408" y="4553712"/>
            <a:ext cx="3346704" cy="274320"/>
          </a:xfrm>
          <a:prstGeom prst="rect">
            <a:avLst/>
          </a:prstGeom>
          <a:noFill/>
        </p:spPr>
        <p:txBody>
          <a:bodyPr wrap="square" anchor="t" lIns="45720" rIns="45720" tIns="0" bIns="0">
            <a:spAutoFit/>
          </a:bodyPr>
          <a:lstStyle/>
          <a:p>
            <a:pPr algn="ctr">
              <a:spcAft>
                <a:spcPts val="800"/>
              </a:spcAft>
            </a:pPr>
            <a:r>
              <a:rPr sz="1000" b="0">
                <a:solidFill>
                  <a:srgbClr val="7A766B"/>
                </a:solidFill>
                <a:latin typeface="Verdana"/>
              </a:rPr>
              <a:t>ISITHOMBE · F-IMG-01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EFE6D2"/>
        </a:solidFill>
        <a:effectLst/>
      </p:bgPr>
    </p:bg>
    <p:spTree>
      <p:nvGrpSpPr>
        <p:cNvPr id="1" name=""/>
        <p:cNvGrpSpPr/>
        <p:nvPr/>
      </p:nvGrpSpPr>
      <p:grpSpPr/>
      <p:sp>
        <p:nvSpPr>
          <p:cNvPr id="2" name="Rectangle 1"/>
          <p:cNvSpPr/>
          <p:nvPr/>
        </p:nvSpPr>
        <p:spPr>
          <a:xfrm>
            <a:off x="201168" y="201168"/>
            <a:ext cx="11789664" cy="6455664"/>
          </a:xfrm>
          <a:prstGeom prst="rect">
            <a:avLst/>
          </a:prstGeom>
          <a:noFill/>
          <a:ln w="19050">
            <a:solidFill>
              <a:srgbClr val="1B1A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94360" y="6272784"/>
            <a:ext cx="1316228" cy="266700"/>
          </a:xfrm>
          <a:prstGeom prst="roundRect">
            <a:avLst>
              <a:gd name="adj" fmla="val 50000"/>
            </a:avLst>
          </a:prstGeom>
          <a:noFill/>
          <a:ln w="15875">
            <a:solidFill>
              <a:srgbClr val="2F5D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6272784"/>
            <a:ext cx="1316228" cy="266700"/>
          </a:xfrm>
          <a:prstGeom prst="rect">
            <a:avLst/>
          </a:prstGeom>
          <a:noFill/>
        </p:spPr>
        <p:txBody>
          <a:bodyPr wrap="square" anchor="ctr" lIns="45720" rIns="45720" tIns="0" bIns="0">
            <a:spAutoFit/>
          </a:bodyPr>
          <a:lstStyle/>
          <a:p>
            <a:pPr algn="ctr">
              <a:spcAft>
                <a:spcPts val="800"/>
              </a:spcAft>
            </a:pPr>
            <a:r>
              <a:rPr sz="1000" b="1">
                <a:solidFill>
                  <a:srgbClr val="2F5D34"/>
                </a:solidFill>
                <a:latin typeface="Verdana"/>
              </a:rPr>
              <a:t>IPHOSTA F-P01</a:t>
            </a:r>
          </a:p>
        </p:txBody>
      </p:sp>
      <p:sp>
        <p:nvSpPr>
          <p:cNvPr id="5" name="TextBox 4"/>
          <p:cNvSpPr txBox="1"/>
          <p:nvPr/>
        </p:nvSpPr>
        <p:spPr>
          <a:xfrm>
            <a:off x="2047748" y="6291072"/>
            <a:ext cx="5486400" cy="274320"/>
          </a:xfrm>
          <a:prstGeom prst="rect">
            <a:avLst/>
          </a:prstGeom>
          <a:noFill/>
        </p:spPr>
        <p:txBody>
          <a:bodyPr wrap="square" anchor="ctr" lIns="45720" rIns="45720" tIns="0" bIns="0">
            <a:spAutoFit/>
          </a:bodyPr>
          <a:lstStyle/>
          <a:p>
            <a:pPr algn="l">
              <a:spcAft>
                <a:spcPts val="800"/>
              </a:spcAft>
            </a:pPr>
            <a:r>
              <a:rPr sz="1000" b="0">
                <a:solidFill>
                  <a:srgbClr val="7A766B"/>
                </a:solidFill>
                <a:latin typeface="Verdana"/>
              </a:rPr>
              <a:t>Grow Food, Grow Strong  ·  F-D1-02</a:t>
            </a:r>
          </a:p>
        </p:txBody>
      </p:sp>
      <p:sp>
        <p:nvSpPr>
          <p:cNvPr id="6" name="TextBox 5"/>
          <p:cNvSpPr txBox="1"/>
          <p:nvPr/>
        </p:nvSpPr>
        <p:spPr>
          <a:xfrm>
            <a:off x="9768840" y="6291072"/>
            <a:ext cx="1828800" cy="274320"/>
          </a:xfrm>
          <a:prstGeom prst="rect">
            <a:avLst/>
          </a:prstGeom>
          <a:noFill/>
        </p:spPr>
        <p:txBody>
          <a:bodyPr wrap="square" anchor="ctr" lIns="45720" rIns="45720" tIns="0" bIns="0">
            <a:spAutoFit/>
          </a:bodyPr>
          <a:lstStyle/>
          <a:p>
            <a:pPr algn="r">
              <a:spcAft>
                <a:spcPts val="800"/>
              </a:spcAft>
            </a:pPr>
            <a:r>
              <a:rPr sz="1000" b="0">
                <a:solidFill>
                  <a:srgbClr val="7A766B"/>
                </a:solidFill>
                <a:latin typeface="Verdana"/>
              </a:rPr>
              <a:t>2 / 18</a:t>
            </a:r>
          </a:p>
        </p:txBody>
      </p:sp>
      <p:sp>
        <p:nvSpPr>
          <p:cNvPr id="7" name="TextBox 6"/>
          <p:cNvSpPr txBox="1"/>
          <p:nvPr/>
        </p:nvSpPr>
        <p:spPr>
          <a:xfrm>
            <a:off x="594360" y="457200"/>
            <a:ext cx="8229600" cy="320040"/>
          </a:xfrm>
          <a:prstGeom prst="rect">
            <a:avLst/>
          </a:prstGeom>
          <a:noFill/>
        </p:spPr>
        <p:txBody>
          <a:bodyPr wrap="square" anchor="t" lIns="45720" rIns="45720" tIns="0" bIns="0">
            <a:spAutoFit/>
          </a:bodyPr>
          <a:lstStyle/>
          <a:p>
            <a:pPr algn="l">
              <a:spcAft>
                <a:spcPts val="800"/>
              </a:spcAft>
            </a:pPr>
            <a:r>
              <a:rPr sz="1300" b="1">
                <a:solidFill>
                  <a:srgbClr val="B24E2A"/>
                </a:solidFill>
                <a:latin typeface="Verdana"/>
              </a:rPr>
              <a:t>USUKU 1</a:t>
            </a:r>
          </a:p>
        </p:txBody>
      </p:sp>
      <p:sp>
        <p:nvSpPr>
          <p:cNvPr id="8" name="TextBox 7"/>
          <p:cNvSpPr txBox="1"/>
          <p:nvPr/>
        </p:nvSpPr>
        <p:spPr>
          <a:xfrm>
            <a:off x="594360" y="804672"/>
            <a:ext cx="11003280" cy="624840"/>
          </a:xfrm>
          <a:prstGeom prst="rect">
            <a:avLst/>
          </a:prstGeom>
          <a:noFill/>
        </p:spPr>
        <p:txBody>
          <a:bodyPr wrap="square" anchor="t" lIns="45720" rIns="45720" tIns="0" bIns="0">
            <a:spAutoFit/>
          </a:bodyPr>
          <a:lstStyle/>
          <a:p>
            <a:pPr algn="l">
              <a:lnSpc>
                <a:spcPct val="95000"/>
              </a:lnSpc>
              <a:spcAft>
                <a:spcPts val="800"/>
              </a:spcAft>
            </a:pPr>
            <a:r>
              <a:rPr sz="4000" b="1">
                <a:solidFill>
                  <a:srgbClr val="1B1A17"/>
                </a:solidFill>
                <a:latin typeface="Rockwell"/>
              </a:rPr>
              <a:t>Siyanamukela</a:t>
            </a:r>
          </a:p>
        </p:txBody>
      </p:sp>
      <p:sp>
        <p:nvSpPr>
          <p:cNvPr id="9" name="Rectangle 8"/>
          <p:cNvSpPr/>
          <p:nvPr/>
        </p:nvSpPr>
        <p:spPr>
          <a:xfrm>
            <a:off x="640080" y="1539240"/>
            <a:ext cx="1097280" cy="91440"/>
          </a:xfrm>
          <a:prstGeom prst="rect">
            <a:avLst/>
          </a:prstGeom>
          <a:solidFill>
            <a:srgbClr val="B24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905000"/>
            <a:ext cx="5074920" cy="4084320"/>
          </a:xfrm>
          <a:prstGeom prst="rect">
            <a:avLst/>
          </a:prstGeom>
          <a:noFill/>
        </p:spPr>
        <p:txBody>
          <a:bodyPr wrap="square" anchor="t" lIns="45720" rIns="45720" tIns="0" bIns="0">
            <a:spAutoFit/>
          </a:bodyPr>
          <a:lstStyle/>
          <a:p>
            <a:pPr algn="l" marL="412750" indent="-412750">
              <a:spcAft>
                <a:spcPts val="1800"/>
              </a:spcAft>
            </a:pPr>
            <a:r>
              <a:rPr sz="2600" b="1">
                <a:solidFill>
                  <a:srgbClr val="B24E2A"/>
                </a:solidFill>
                <a:latin typeface="Verdana"/>
              </a:rPr>
              <a:t>■  </a:t>
            </a:r>
            <a:r>
              <a:rPr sz="2600" b="0">
                <a:solidFill>
                  <a:srgbClr val="1B1A17"/>
                </a:solidFill>
                <a:latin typeface="Verdana"/>
              </a:rPr>
              <a:t>Izinsuku 5 · 09:00–16:00</a:t>
            </a:r>
          </a:p>
          <a:p>
            <a:pPr algn="l" marL="412750" indent="-412750">
              <a:spcAft>
                <a:spcPts val="1800"/>
              </a:spcAft>
            </a:pPr>
            <a:r>
              <a:rPr sz="2600" b="1">
                <a:solidFill>
                  <a:srgbClr val="B24E2A"/>
                </a:solidFill>
                <a:latin typeface="Verdana"/>
              </a:rPr>
              <a:t>■  </a:t>
            </a:r>
            <a:r>
              <a:rPr sz="2600" b="0">
                <a:solidFill>
                  <a:srgbClr val="1B1A17"/>
                </a:solidFill>
                <a:latin typeface="Verdana"/>
              </a:rPr>
              <a:t>Amaqembu aba-5 · izandla enhlabathini</a:t>
            </a:r>
          </a:p>
          <a:p>
            <a:pPr algn="l" marL="412750" indent="-412750">
              <a:spcAft>
                <a:spcPts val="1800"/>
              </a:spcAft>
            </a:pPr>
            <a:r>
              <a:rPr sz="2600" b="1">
                <a:solidFill>
                  <a:srgbClr val="B24E2A"/>
                </a:solidFill>
                <a:latin typeface="Verdana"/>
              </a:rPr>
              <a:t>■  </a:t>
            </a:r>
            <a:r>
              <a:rPr sz="2600" b="0">
                <a:solidFill>
                  <a:srgbClr val="1B1A17"/>
                </a:solidFill>
                <a:latin typeface="Verdana"/>
              </a:rPr>
              <a:t>Nizohamba nezithombo, imbewu, nohlelo</a:t>
            </a:r>
          </a:p>
        </p:txBody>
      </p:sp>
      <p:sp>
        <p:nvSpPr>
          <p:cNvPr id="11" name="Rectangle 10"/>
          <p:cNvSpPr/>
          <p:nvPr/>
        </p:nvSpPr>
        <p:spPr>
          <a:xfrm>
            <a:off x="5989320" y="1813560"/>
            <a:ext cx="5608320" cy="4130040"/>
          </a:xfrm>
          <a:prstGeom prst="rect">
            <a:avLst/>
          </a:prstGeom>
          <a:solidFill>
            <a:srgbClr val="F8F4EB"/>
          </a:solidFill>
          <a:ln w="50800">
            <a:solidFill>
              <a:srgbClr val="1B1A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382000" y="2918460"/>
            <a:ext cx="822960" cy="822960"/>
          </a:xfrm>
          <a:prstGeom prst="rect">
            <a:avLst/>
          </a:prstGeom>
          <a:noFill/>
          <a:ln w="25400">
            <a:solidFill>
              <a:srgbClr val="CA88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82000" y="2918460"/>
            <a:ext cx="822960" cy="822960"/>
          </a:xfrm>
          <a:prstGeom prst="rect">
            <a:avLst/>
          </a:prstGeom>
          <a:noFill/>
        </p:spPr>
        <p:txBody>
          <a:bodyPr wrap="square" anchor="ctr" lIns="45720" rIns="45720" tIns="0" bIns="0">
            <a:spAutoFit/>
          </a:bodyPr>
          <a:lstStyle/>
          <a:p>
            <a:pPr algn="ctr">
              <a:spcAft>
                <a:spcPts val="800"/>
              </a:spcAft>
            </a:pPr>
            <a:r>
              <a:rPr sz="2600" b="0">
                <a:solidFill>
                  <a:srgbClr val="C06F51"/>
                </a:solidFill>
                <a:latin typeface="Verdana"/>
              </a:rPr>
              <a:t>✦</a:t>
            </a:r>
          </a:p>
        </p:txBody>
      </p:sp>
      <p:sp>
        <p:nvSpPr>
          <p:cNvPr id="14" name="TextBox 13"/>
          <p:cNvSpPr txBox="1"/>
          <p:nvPr/>
        </p:nvSpPr>
        <p:spPr>
          <a:xfrm>
            <a:off x="6373368" y="3924300"/>
            <a:ext cx="4840224" cy="822960"/>
          </a:xfrm>
          <a:prstGeom prst="rect">
            <a:avLst/>
          </a:prstGeom>
          <a:noFill/>
        </p:spPr>
        <p:txBody>
          <a:bodyPr wrap="square" anchor="t" lIns="45720" rIns="45720" tIns="0" bIns="0">
            <a:spAutoFit/>
          </a:bodyPr>
          <a:lstStyle/>
          <a:p>
            <a:pPr algn="ctr">
              <a:spcAft>
                <a:spcPts val="800"/>
              </a:spcAft>
            </a:pPr>
            <a:r>
              <a:rPr sz="2000" b="1">
                <a:solidFill>
                  <a:srgbClr val="3C3B37"/>
                </a:solidFill>
                <a:latin typeface="Rockwell"/>
              </a:rPr>
              <a:t>Welcome circle</a:t>
            </a:r>
          </a:p>
        </p:txBody>
      </p:sp>
      <p:sp>
        <p:nvSpPr>
          <p:cNvPr id="15" name="TextBox 14"/>
          <p:cNvSpPr txBox="1"/>
          <p:nvPr/>
        </p:nvSpPr>
        <p:spPr>
          <a:xfrm>
            <a:off x="6373368" y="5376672"/>
            <a:ext cx="4840224" cy="274320"/>
          </a:xfrm>
          <a:prstGeom prst="rect">
            <a:avLst/>
          </a:prstGeom>
          <a:noFill/>
        </p:spPr>
        <p:txBody>
          <a:bodyPr wrap="square" anchor="t" lIns="45720" rIns="45720" tIns="0" bIns="0">
            <a:spAutoFit/>
          </a:bodyPr>
          <a:lstStyle/>
          <a:p>
            <a:pPr algn="ctr">
              <a:spcAft>
                <a:spcPts val="800"/>
              </a:spcAft>
            </a:pPr>
            <a:r>
              <a:rPr sz="1000" b="0">
                <a:solidFill>
                  <a:srgbClr val="7A766B"/>
                </a:solidFill>
                <a:latin typeface="Verdana"/>
              </a:rPr>
              <a:t>ISITHOMBE · F-IMG-02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EFE6D2"/>
        </a:solidFill>
        <a:effectLst/>
      </p:bgPr>
    </p:bg>
    <p:spTree>
      <p:nvGrpSpPr>
        <p:cNvPr id="1" name=""/>
        <p:cNvGrpSpPr/>
        <p:nvPr/>
      </p:nvGrpSpPr>
      <p:grpSpPr/>
      <p:sp>
        <p:nvSpPr>
          <p:cNvPr id="2" name="Rectangle 1"/>
          <p:cNvSpPr/>
          <p:nvPr/>
        </p:nvSpPr>
        <p:spPr>
          <a:xfrm>
            <a:off x="201168" y="201168"/>
            <a:ext cx="11789664" cy="6455664"/>
          </a:xfrm>
          <a:prstGeom prst="rect">
            <a:avLst/>
          </a:prstGeom>
          <a:noFill/>
          <a:ln w="19050">
            <a:solidFill>
              <a:srgbClr val="1B1A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74320" cy="6858000"/>
          </a:xfrm>
          <a:prstGeom prst="rect">
            <a:avLst/>
          </a:prstGeom>
          <a:solidFill>
            <a:srgbClr val="B24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6291072"/>
            <a:ext cx="5486400" cy="274320"/>
          </a:xfrm>
          <a:prstGeom prst="rect">
            <a:avLst/>
          </a:prstGeom>
          <a:noFill/>
        </p:spPr>
        <p:txBody>
          <a:bodyPr wrap="square" anchor="ctr" lIns="45720" rIns="45720" tIns="0" bIns="0">
            <a:spAutoFit/>
          </a:bodyPr>
          <a:lstStyle/>
          <a:p>
            <a:pPr algn="l">
              <a:spcAft>
                <a:spcPts val="800"/>
              </a:spcAft>
            </a:pPr>
            <a:r>
              <a:rPr sz="1000" b="0">
                <a:solidFill>
                  <a:srgbClr val="7A766B"/>
                </a:solidFill>
                <a:latin typeface="Verdana"/>
              </a:rPr>
              <a:t>Grow Food, Grow Strong  ·  F-D1-03</a:t>
            </a:r>
          </a:p>
        </p:txBody>
      </p:sp>
      <p:sp>
        <p:nvSpPr>
          <p:cNvPr id="5" name="TextBox 4"/>
          <p:cNvSpPr txBox="1"/>
          <p:nvPr/>
        </p:nvSpPr>
        <p:spPr>
          <a:xfrm>
            <a:off x="9768840" y="6291072"/>
            <a:ext cx="1828800" cy="274320"/>
          </a:xfrm>
          <a:prstGeom prst="rect">
            <a:avLst/>
          </a:prstGeom>
          <a:noFill/>
        </p:spPr>
        <p:txBody>
          <a:bodyPr wrap="square" anchor="ctr" lIns="45720" rIns="45720" tIns="0" bIns="0">
            <a:spAutoFit/>
          </a:bodyPr>
          <a:lstStyle/>
          <a:p>
            <a:pPr algn="r">
              <a:spcAft>
                <a:spcPts val="800"/>
              </a:spcAft>
            </a:pPr>
            <a:r>
              <a:rPr sz="1000" b="0">
                <a:solidFill>
                  <a:srgbClr val="7A766B"/>
                </a:solidFill>
                <a:latin typeface="Verdana"/>
              </a:rPr>
              <a:t>3 / 18</a:t>
            </a:r>
          </a:p>
        </p:txBody>
      </p:sp>
      <p:sp>
        <p:nvSpPr>
          <p:cNvPr id="6" name="Rounded Rectangle 5"/>
          <p:cNvSpPr/>
          <p:nvPr/>
        </p:nvSpPr>
        <p:spPr>
          <a:xfrm>
            <a:off x="731520" y="457200"/>
            <a:ext cx="1213866" cy="346710"/>
          </a:xfrm>
          <a:prstGeom prst="roundRect">
            <a:avLst>
              <a:gd name="adj" fmla="val 50000"/>
            </a:avLst>
          </a:prstGeom>
          <a:solidFill>
            <a:srgbClr val="B24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57200"/>
            <a:ext cx="1213866" cy="346710"/>
          </a:xfrm>
          <a:prstGeom prst="rect">
            <a:avLst/>
          </a:prstGeom>
          <a:noFill/>
        </p:spPr>
        <p:txBody>
          <a:bodyPr wrap="square" anchor="ctr" lIns="45720" rIns="45720" tIns="0" bIns="0">
            <a:spAutoFit/>
          </a:bodyPr>
          <a:lstStyle/>
          <a:p>
            <a:pPr algn="ctr">
              <a:spcAft>
                <a:spcPts val="800"/>
              </a:spcAft>
            </a:pPr>
            <a:r>
              <a:rPr sz="1300" b="1">
                <a:solidFill>
                  <a:srgbClr val="FFFFFF"/>
                </a:solidFill>
                <a:latin typeface="Verdana"/>
              </a:rPr>
              <a:t>SEBENZANI</a:t>
            </a:r>
          </a:p>
        </p:txBody>
      </p:sp>
      <p:sp>
        <p:nvSpPr>
          <p:cNvPr id="8" name="TextBox 7"/>
          <p:cNvSpPr txBox="1"/>
          <p:nvPr/>
        </p:nvSpPr>
        <p:spPr>
          <a:xfrm>
            <a:off x="731520" y="960120"/>
            <a:ext cx="10866120" cy="624840"/>
          </a:xfrm>
          <a:prstGeom prst="rect">
            <a:avLst/>
          </a:prstGeom>
          <a:noFill/>
        </p:spPr>
        <p:txBody>
          <a:bodyPr wrap="square" anchor="t" lIns="45720" rIns="45720" tIns="0" bIns="0">
            <a:spAutoFit/>
          </a:bodyPr>
          <a:lstStyle/>
          <a:p>
            <a:pPr algn="l">
              <a:lnSpc>
                <a:spcPct val="95000"/>
              </a:lnSpc>
              <a:spcAft>
                <a:spcPts val="800"/>
              </a:spcAft>
            </a:pPr>
            <a:r>
              <a:rPr sz="4000" b="1">
                <a:solidFill>
                  <a:srgbClr val="1B1A17"/>
                </a:solidFill>
                <a:latin typeface="Rockwell"/>
              </a:rPr>
              <a:t>Umbuzo wezithombe</a:t>
            </a:r>
          </a:p>
        </p:txBody>
      </p:sp>
      <p:sp>
        <p:nvSpPr>
          <p:cNvPr id="9" name="Rectangle 8"/>
          <p:cNvSpPr/>
          <p:nvPr/>
        </p:nvSpPr>
        <p:spPr>
          <a:xfrm>
            <a:off x="777240" y="1694688"/>
            <a:ext cx="1097280" cy="91440"/>
          </a:xfrm>
          <a:prstGeom prst="rect">
            <a:avLst/>
          </a:prstGeom>
          <a:solidFill>
            <a:srgbClr val="B24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31520" y="2060448"/>
            <a:ext cx="566928" cy="566928"/>
          </a:xfrm>
          <a:prstGeom prst="ellipse">
            <a:avLst/>
          </a:prstGeom>
          <a:solidFill>
            <a:srgbClr val="B24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060448"/>
            <a:ext cx="566928" cy="566928"/>
          </a:xfrm>
          <a:prstGeom prst="rect">
            <a:avLst/>
          </a:prstGeom>
          <a:noFill/>
        </p:spPr>
        <p:txBody>
          <a:bodyPr wrap="square" anchor="ctr" lIns="45720" rIns="45720" tIns="0" bIns="0">
            <a:spAutoFit/>
          </a:bodyPr>
          <a:lstStyle/>
          <a:p>
            <a:pPr algn="ctr">
              <a:spcAft>
                <a:spcPts val="800"/>
              </a:spcAft>
            </a:pPr>
            <a:r>
              <a:rPr sz="2200" b="1">
                <a:solidFill>
                  <a:srgbClr val="FFFFFF"/>
                </a:solidFill>
                <a:latin typeface="Rockwell"/>
              </a:rPr>
              <a:t>1</a:t>
            </a:r>
          </a:p>
        </p:txBody>
      </p:sp>
      <p:sp>
        <p:nvSpPr>
          <p:cNvPr id="12" name="TextBox 11"/>
          <p:cNvSpPr txBox="1"/>
          <p:nvPr/>
        </p:nvSpPr>
        <p:spPr>
          <a:xfrm>
            <a:off x="1508760" y="2106168"/>
            <a:ext cx="4160520" cy="1274064"/>
          </a:xfrm>
          <a:prstGeom prst="rect">
            <a:avLst/>
          </a:prstGeom>
          <a:noFill/>
        </p:spPr>
        <p:txBody>
          <a:bodyPr wrap="square" anchor="t" lIns="45720" rIns="45720" tIns="0" bIns="0">
            <a:spAutoFit/>
          </a:bodyPr>
          <a:lstStyle/>
          <a:p>
            <a:pPr algn="l">
              <a:lnSpc>
                <a:spcPct val="95000"/>
              </a:lnSpc>
              <a:spcAft>
                <a:spcPts val="800"/>
              </a:spcAft>
            </a:pPr>
            <a:r>
              <a:rPr sz="2600" b="1">
                <a:solidFill>
                  <a:srgbClr val="1B1A17"/>
                </a:solidFill>
                <a:latin typeface="Verdana"/>
              </a:rPr>
              <a:t>Hambani niye empendulweni: A · B · C</a:t>
            </a:r>
          </a:p>
        </p:txBody>
      </p:sp>
      <p:sp>
        <p:nvSpPr>
          <p:cNvPr id="13" name="Oval 12"/>
          <p:cNvSpPr/>
          <p:nvPr/>
        </p:nvSpPr>
        <p:spPr>
          <a:xfrm>
            <a:off x="731520" y="3425952"/>
            <a:ext cx="566928" cy="566928"/>
          </a:xfrm>
          <a:prstGeom prst="ellipse">
            <a:avLst/>
          </a:prstGeom>
          <a:solidFill>
            <a:srgbClr val="B24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25952"/>
            <a:ext cx="566928" cy="566928"/>
          </a:xfrm>
          <a:prstGeom prst="rect">
            <a:avLst/>
          </a:prstGeom>
          <a:noFill/>
        </p:spPr>
        <p:txBody>
          <a:bodyPr wrap="square" anchor="ctr" lIns="45720" rIns="45720" tIns="0" bIns="0">
            <a:spAutoFit/>
          </a:bodyPr>
          <a:lstStyle/>
          <a:p>
            <a:pPr algn="ctr">
              <a:spcAft>
                <a:spcPts val="800"/>
              </a:spcAft>
            </a:pPr>
            <a:r>
              <a:rPr sz="2200" b="1">
                <a:solidFill>
                  <a:srgbClr val="FFFFFF"/>
                </a:solidFill>
                <a:latin typeface="Rockwell"/>
              </a:rPr>
              <a:t>2</a:t>
            </a:r>
          </a:p>
        </p:txBody>
      </p:sp>
      <p:sp>
        <p:nvSpPr>
          <p:cNvPr id="15" name="TextBox 14"/>
          <p:cNvSpPr txBox="1"/>
          <p:nvPr/>
        </p:nvSpPr>
        <p:spPr>
          <a:xfrm>
            <a:off x="1508760" y="3471672"/>
            <a:ext cx="4160520" cy="904240"/>
          </a:xfrm>
          <a:prstGeom prst="rect">
            <a:avLst/>
          </a:prstGeom>
          <a:noFill/>
        </p:spPr>
        <p:txBody>
          <a:bodyPr wrap="square" anchor="t" lIns="45720" rIns="45720" tIns="0" bIns="0">
            <a:spAutoFit/>
          </a:bodyPr>
          <a:lstStyle/>
          <a:p>
            <a:pPr algn="l">
              <a:lnSpc>
                <a:spcPct val="95000"/>
              </a:lnSpc>
              <a:spcAft>
                <a:spcPts val="800"/>
              </a:spcAft>
            </a:pPr>
            <a:r>
              <a:rPr sz="2600" b="1">
                <a:solidFill>
                  <a:srgbClr val="1B1A17"/>
                </a:solidFill>
                <a:latin typeface="Verdana"/>
              </a:rPr>
              <a:t>Akekho ongaphenduli kahle namuhla</a:t>
            </a:r>
          </a:p>
        </p:txBody>
      </p:sp>
      <p:sp>
        <p:nvSpPr>
          <p:cNvPr id="16" name="Rectangle 15"/>
          <p:cNvSpPr/>
          <p:nvPr/>
        </p:nvSpPr>
        <p:spPr>
          <a:xfrm>
            <a:off x="5989320" y="1969008"/>
            <a:ext cx="5608320" cy="3974592"/>
          </a:xfrm>
          <a:prstGeom prst="rect">
            <a:avLst/>
          </a:prstGeom>
          <a:solidFill>
            <a:srgbClr val="F8F4EB"/>
          </a:solidFill>
          <a:ln w="50800">
            <a:solidFill>
              <a:srgbClr val="1B1A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82000" y="2996184"/>
            <a:ext cx="822960" cy="822960"/>
          </a:xfrm>
          <a:prstGeom prst="rect">
            <a:avLst/>
          </a:prstGeom>
          <a:noFill/>
          <a:ln w="25400">
            <a:solidFill>
              <a:srgbClr val="CA88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82000" y="2996184"/>
            <a:ext cx="822960" cy="822960"/>
          </a:xfrm>
          <a:prstGeom prst="rect">
            <a:avLst/>
          </a:prstGeom>
          <a:noFill/>
        </p:spPr>
        <p:txBody>
          <a:bodyPr wrap="square" anchor="ctr" lIns="45720" rIns="45720" tIns="0" bIns="0">
            <a:spAutoFit/>
          </a:bodyPr>
          <a:lstStyle/>
          <a:p>
            <a:pPr algn="ctr">
              <a:spcAft>
                <a:spcPts val="800"/>
              </a:spcAft>
            </a:pPr>
            <a:r>
              <a:rPr sz="2600" b="0">
                <a:solidFill>
                  <a:srgbClr val="C06F51"/>
                </a:solidFill>
                <a:latin typeface="Verdana"/>
              </a:rPr>
              <a:t>✦</a:t>
            </a:r>
          </a:p>
        </p:txBody>
      </p:sp>
      <p:sp>
        <p:nvSpPr>
          <p:cNvPr id="19" name="TextBox 18"/>
          <p:cNvSpPr txBox="1"/>
          <p:nvPr/>
        </p:nvSpPr>
        <p:spPr>
          <a:xfrm>
            <a:off x="6373368" y="4002024"/>
            <a:ext cx="4840224" cy="822960"/>
          </a:xfrm>
          <a:prstGeom prst="rect">
            <a:avLst/>
          </a:prstGeom>
          <a:noFill/>
        </p:spPr>
        <p:txBody>
          <a:bodyPr wrap="square" anchor="t" lIns="45720" rIns="45720" tIns="0" bIns="0">
            <a:spAutoFit/>
          </a:bodyPr>
          <a:lstStyle/>
          <a:p>
            <a:pPr algn="ctr">
              <a:spcAft>
                <a:spcPts val="800"/>
              </a:spcAft>
            </a:pPr>
            <a:r>
              <a:rPr sz="2000" b="1">
                <a:solidFill>
                  <a:srgbClr val="3C3B37"/>
                </a:solidFill>
                <a:latin typeface="Rockwell"/>
              </a:rPr>
              <a:t>Picture quiz card 1</a:t>
            </a:r>
          </a:p>
        </p:txBody>
      </p:sp>
      <p:sp>
        <p:nvSpPr>
          <p:cNvPr id="20" name="TextBox 19"/>
          <p:cNvSpPr txBox="1"/>
          <p:nvPr/>
        </p:nvSpPr>
        <p:spPr>
          <a:xfrm>
            <a:off x="6373368" y="5376672"/>
            <a:ext cx="4840224" cy="274320"/>
          </a:xfrm>
          <a:prstGeom prst="rect">
            <a:avLst/>
          </a:prstGeom>
          <a:noFill/>
        </p:spPr>
        <p:txBody>
          <a:bodyPr wrap="square" anchor="t" lIns="45720" rIns="45720" tIns="0" bIns="0">
            <a:spAutoFit/>
          </a:bodyPr>
          <a:lstStyle/>
          <a:p>
            <a:pPr algn="ctr">
              <a:spcAft>
                <a:spcPts val="800"/>
              </a:spcAft>
            </a:pPr>
            <a:r>
              <a:rPr sz="1000" b="0">
                <a:solidFill>
                  <a:srgbClr val="7A766B"/>
                </a:solidFill>
                <a:latin typeface="Verdana"/>
              </a:rPr>
              <a:t>ISITHOMBE · F-IMG-70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EFE6D2"/>
        </a:solidFill>
        <a:effectLst/>
      </p:bgPr>
    </p:bg>
    <p:spTree>
      <p:nvGrpSpPr>
        <p:cNvPr id="1" name=""/>
        <p:cNvGrpSpPr/>
        <p:nvPr/>
      </p:nvGrpSpPr>
      <p:grpSpPr/>
      <p:sp>
        <p:nvSpPr>
          <p:cNvPr id="2" name="Rectangle 1"/>
          <p:cNvSpPr/>
          <p:nvPr/>
        </p:nvSpPr>
        <p:spPr>
          <a:xfrm>
            <a:off x="201168" y="201168"/>
            <a:ext cx="11789664" cy="6455664"/>
          </a:xfrm>
          <a:prstGeom prst="rect">
            <a:avLst/>
          </a:prstGeom>
          <a:noFill/>
          <a:ln w="19050">
            <a:solidFill>
              <a:srgbClr val="1B1A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74320" cy="6858000"/>
          </a:xfrm>
          <a:prstGeom prst="rect">
            <a:avLst/>
          </a:prstGeom>
          <a:solidFill>
            <a:srgbClr val="B24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6291072"/>
            <a:ext cx="5486400" cy="274320"/>
          </a:xfrm>
          <a:prstGeom prst="rect">
            <a:avLst/>
          </a:prstGeom>
          <a:noFill/>
        </p:spPr>
        <p:txBody>
          <a:bodyPr wrap="square" anchor="ctr" lIns="45720" rIns="45720" tIns="0" bIns="0">
            <a:spAutoFit/>
          </a:bodyPr>
          <a:lstStyle/>
          <a:p>
            <a:pPr algn="l">
              <a:spcAft>
                <a:spcPts val="800"/>
              </a:spcAft>
            </a:pPr>
            <a:r>
              <a:rPr sz="1000" b="0">
                <a:solidFill>
                  <a:srgbClr val="7A766B"/>
                </a:solidFill>
                <a:latin typeface="Verdana"/>
              </a:rPr>
              <a:t>Grow Food, Grow Strong  ·  F-D1-04</a:t>
            </a:r>
          </a:p>
        </p:txBody>
      </p:sp>
      <p:sp>
        <p:nvSpPr>
          <p:cNvPr id="5" name="TextBox 4"/>
          <p:cNvSpPr txBox="1"/>
          <p:nvPr/>
        </p:nvSpPr>
        <p:spPr>
          <a:xfrm>
            <a:off x="9768840" y="6291072"/>
            <a:ext cx="1828800" cy="274320"/>
          </a:xfrm>
          <a:prstGeom prst="rect">
            <a:avLst/>
          </a:prstGeom>
          <a:noFill/>
        </p:spPr>
        <p:txBody>
          <a:bodyPr wrap="square" anchor="ctr" lIns="45720" rIns="45720" tIns="0" bIns="0">
            <a:spAutoFit/>
          </a:bodyPr>
          <a:lstStyle/>
          <a:p>
            <a:pPr algn="r">
              <a:spcAft>
                <a:spcPts val="800"/>
              </a:spcAft>
            </a:pPr>
            <a:r>
              <a:rPr sz="1000" b="0">
                <a:solidFill>
                  <a:srgbClr val="7A766B"/>
                </a:solidFill>
                <a:latin typeface="Verdana"/>
              </a:rPr>
              <a:t>4 / 18</a:t>
            </a:r>
          </a:p>
        </p:txBody>
      </p:sp>
      <p:sp>
        <p:nvSpPr>
          <p:cNvPr id="6" name="Rounded Rectangle 5"/>
          <p:cNvSpPr/>
          <p:nvPr/>
        </p:nvSpPr>
        <p:spPr>
          <a:xfrm>
            <a:off x="731520" y="457200"/>
            <a:ext cx="1213866" cy="346710"/>
          </a:xfrm>
          <a:prstGeom prst="roundRect">
            <a:avLst>
              <a:gd name="adj" fmla="val 50000"/>
            </a:avLst>
          </a:prstGeom>
          <a:solidFill>
            <a:srgbClr val="B24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57200"/>
            <a:ext cx="1213866" cy="346710"/>
          </a:xfrm>
          <a:prstGeom prst="rect">
            <a:avLst/>
          </a:prstGeom>
          <a:noFill/>
        </p:spPr>
        <p:txBody>
          <a:bodyPr wrap="square" anchor="ctr" lIns="45720" rIns="45720" tIns="0" bIns="0">
            <a:spAutoFit/>
          </a:bodyPr>
          <a:lstStyle/>
          <a:p>
            <a:pPr algn="ctr">
              <a:spcAft>
                <a:spcPts val="800"/>
              </a:spcAft>
            </a:pPr>
            <a:r>
              <a:rPr sz="1300" b="1">
                <a:solidFill>
                  <a:srgbClr val="FFFFFF"/>
                </a:solidFill>
                <a:latin typeface="Verdana"/>
              </a:rPr>
              <a:t>SEBENZANI</a:t>
            </a:r>
          </a:p>
        </p:txBody>
      </p:sp>
      <p:sp>
        <p:nvSpPr>
          <p:cNvPr id="8" name="TextBox 7"/>
          <p:cNvSpPr txBox="1"/>
          <p:nvPr/>
        </p:nvSpPr>
        <p:spPr>
          <a:xfrm>
            <a:off x="731520" y="960120"/>
            <a:ext cx="10866120" cy="624840"/>
          </a:xfrm>
          <a:prstGeom prst="rect">
            <a:avLst/>
          </a:prstGeom>
          <a:noFill/>
        </p:spPr>
        <p:txBody>
          <a:bodyPr wrap="square" anchor="t" lIns="45720" rIns="45720" tIns="0" bIns="0">
            <a:spAutoFit/>
          </a:bodyPr>
          <a:lstStyle/>
          <a:p>
            <a:pPr algn="l">
              <a:lnSpc>
                <a:spcPct val="95000"/>
              </a:lnSpc>
              <a:spcAft>
                <a:spcPts val="800"/>
              </a:spcAft>
            </a:pPr>
            <a:r>
              <a:rPr sz="4000" b="1">
                <a:solidFill>
                  <a:srgbClr val="1B1A17"/>
                </a:solidFill>
                <a:latin typeface="Rockwell"/>
              </a:rPr>
              <a:t>Dwebani ithemba lenu</a:t>
            </a:r>
          </a:p>
        </p:txBody>
      </p:sp>
      <p:sp>
        <p:nvSpPr>
          <p:cNvPr id="9" name="Rectangle 8"/>
          <p:cNvSpPr/>
          <p:nvPr/>
        </p:nvSpPr>
        <p:spPr>
          <a:xfrm>
            <a:off x="777240" y="1694688"/>
            <a:ext cx="1097280" cy="91440"/>
          </a:xfrm>
          <a:prstGeom prst="rect">
            <a:avLst/>
          </a:prstGeom>
          <a:solidFill>
            <a:srgbClr val="B24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31520" y="2060448"/>
            <a:ext cx="566928" cy="566928"/>
          </a:xfrm>
          <a:prstGeom prst="ellipse">
            <a:avLst/>
          </a:prstGeom>
          <a:solidFill>
            <a:srgbClr val="B24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060448"/>
            <a:ext cx="566928" cy="566928"/>
          </a:xfrm>
          <a:prstGeom prst="rect">
            <a:avLst/>
          </a:prstGeom>
          <a:noFill/>
        </p:spPr>
        <p:txBody>
          <a:bodyPr wrap="square" anchor="ctr" lIns="45720" rIns="45720" tIns="0" bIns="0">
            <a:spAutoFit/>
          </a:bodyPr>
          <a:lstStyle/>
          <a:p>
            <a:pPr algn="ctr">
              <a:spcAft>
                <a:spcPts val="800"/>
              </a:spcAft>
            </a:pPr>
            <a:r>
              <a:rPr sz="2200" b="1">
                <a:solidFill>
                  <a:srgbClr val="FFFFFF"/>
                </a:solidFill>
                <a:latin typeface="Rockwell"/>
              </a:rPr>
              <a:t>1</a:t>
            </a:r>
          </a:p>
        </p:txBody>
      </p:sp>
      <p:sp>
        <p:nvSpPr>
          <p:cNvPr id="12" name="TextBox 11"/>
          <p:cNvSpPr txBox="1"/>
          <p:nvPr/>
        </p:nvSpPr>
        <p:spPr>
          <a:xfrm>
            <a:off x="1508760" y="2106168"/>
            <a:ext cx="4160520" cy="904240"/>
          </a:xfrm>
          <a:prstGeom prst="rect">
            <a:avLst/>
          </a:prstGeom>
          <a:noFill/>
        </p:spPr>
        <p:txBody>
          <a:bodyPr wrap="square" anchor="t" lIns="45720" rIns="45720" tIns="0" bIns="0">
            <a:spAutoFit/>
          </a:bodyPr>
          <a:lstStyle/>
          <a:p>
            <a:pPr algn="l">
              <a:lnSpc>
                <a:spcPct val="95000"/>
              </a:lnSpc>
              <a:spcAft>
                <a:spcPts val="800"/>
              </a:spcAft>
            </a:pPr>
            <a:r>
              <a:rPr sz="2600" b="1">
                <a:solidFill>
                  <a:srgbClr val="1B1A17"/>
                </a:solidFill>
                <a:latin typeface="Verdana"/>
              </a:rPr>
              <a:t>Ingadi yakho ekupheleni konyaka</a:t>
            </a:r>
          </a:p>
        </p:txBody>
      </p:sp>
      <p:sp>
        <p:nvSpPr>
          <p:cNvPr id="13" name="Oval 12"/>
          <p:cNvSpPr/>
          <p:nvPr/>
        </p:nvSpPr>
        <p:spPr>
          <a:xfrm>
            <a:off x="731520" y="3056128"/>
            <a:ext cx="566928" cy="566928"/>
          </a:xfrm>
          <a:prstGeom prst="ellipse">
            <a:avLst/>
          </a:prstGeom>
          <a:solidFill>
            <a:srgbClr val="B24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056128"/>
            <a:ext cx="566928" cy="566928"/>
          </a:xfrm>
          <a:prstGeom prst="rect">
            <a:avLst/>
          </a:prstGeom>
          <a:noFill/>
        </p:spPr>
        <p:txBody>
          <a:bodyPr wrap="square" anchor="ctr" lIns="45720" rIns="45720" tIns="0" bIns="0">
            <a:spAutoFit/>
          </a:bodyPr>
          <a:lstStyle/>
          <a:p>
            <a:pPr algn="ctr">
              <a:spcAft>
                <a:spcPts val="800"/>
              </a:spcAft>
            </a:pPr>
            <a:r>
              <a:rPr sz="2200" b="1">
                <a:solidFill>
                  <a:srgbClr val="FFFFFF"/>
                </a:solidFill>
                <a:latin typeface="Rockwell"/>
              </a:rPr>
              <a:t>2</a:t>
            </a:r>
          </a:p>
        </p:txBody>
      </p:sp>
      <p:sp>
        <p:nvSpPr>
          <p:cNvPr id="15" name="TextBox 14"/>
          <p:cNvSpPr txBox="1"/>
          <p:nvPr/>
        </p:nvSpPr>
        <p:spPr>
          <a:xfrm>
            <a:off x="1508760" y="3101848"/>
            <a:ext cx="4160520" cy="904240"/>
          </a:xfrm>
          <a:prstGeom prst="rect">
            <a:avLst/>
          </a:prstGeom>
          <a:noFill/>
        </p:spPr>
        <p:txBody>
          <a:bodyPr wrap="square" anchor="t" lIns="45720" rIns="45720" tIns="0" bIns="0">
            <a:spAutoFit/>
          </a:bodyPr>
          <a:lstStyle/>
          <a:p>
            <a:pPr algn="l">
              <a:lnSpc>
                <a:spcPct val="95000"/>
              </a:lnSpc>
              <a:spcAft>
                <a:spcPts val="800"/>
              </a:spcAft>
            </a:pPr>
            <a:r>
              <a:rPr sz="2600" b="1">
                <a:solidFill>
                  <a:srgbClr val="1B1A17"/>
                </a:solidFill>
                <a:latin typeface="Verdana"/>
              </a:rPr>
              <a:t>Yidwebeni — akudingeki ukubhala</a:t>
            </a:r>
          </a:p>
        </p:txBody>
      </p:sp>
      <p:sp>
        <p:nvSpPr>
          <p:cNvPr id="16" name="Oval 15"/>
          <p:cNvSpPr/>
          <p:nvPr/>
        </p:nvSpPr>
        <p:spPr>
          <a:xfrm>
            <a:off x="731520" y="4051808"/>
            <a:ext cx="566928" cy="566928"/>
          </a:xfrm>
          <a:prstGeom prst="ellipse">
            <a:avLst/>
          </a:prstGeom>
          <a:solidFill>
            <a:srgbClr val="B24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051808"/>
            <a:ext cx="566928" cy="566928"/>
          </a:xfrm>
          <a:prstGeom prst="rect">
            <a:avLst/>
          </a:prstGeom>
          <a:noFill/>
        </p:spPr>
        <p:txBody>
          <a:bodyPr wrap="square" anchor="ctr" lIns="45720" rIns="45720" tIns="0" bIns="0">
            <a:spAutoFit/>
          </a:bodyPr>
          <a:lstStyle/>
          <a:p>
            <a:pPr algn="ctr">
              <a:spcAft>
                <a:spcPts val="800"/>
              </a:spcAft>
            </a:pPr>
            <a:r>
              <a:rPr sz="2200" b="1">
                <a:solidFill>
                  <a:srgbClr val="FFFFFF"/>
                </a:solidFill>
                <a:latin typeface="Rockwell"/>
              </a:rPr>
              <a:t>3</a:t>
            </a:r>
          </a:p>
        </p:txBody>
      </p:sp>
      <p:sp>
        <p:nvSpPr>
          <p:cNvPr id="18" name="TextBox 17"/>
          <p:cNvSpPr txBox="1"/>
          <p:nvPr/>
        </p:nvSpPr>
        <p:spPr>
          <a:xfrm>
            <a:off x="1508760" y="4097528"/>
            <a:ext cx="4160520" cy="904240"/>
          </a:xfrm>
          <a:prstGeom prst="rect">
            <a:avLst/>
          </a:prstGeom>
          <a:noFill/>
        </p:spPr>
        <p:txBody>
          <a:bodyPr wrap="square" anchor="t" lIns="45720" rIns="45720" tIns="0" bIns="0">
            <a:spAutoFit/>
          </a:bodyPr>
          <a:lstStyle/>
          <a:p>
            <a:pPr algn="l">
              <a:lnSpc>
                <a:spcPct val="95000"/>
              </a:lnSpc>
              <a:spcAft>
                <a:spcPts val="800"/>
              </a:spcAft>
            </a:pPr>
            <a:r>
              <a:rPr sz="2600" b="1">
                <a:solidFill>
                  <a:srgbClr val="1B1A17"/>
                </a:solidFill>
                <a:latin typeface="Verdana"/>
              </a:rPr>
              <a:t>Khombisani iqembu: umzuzu 1 ngamunye</a:t>
            </a:r>
          </a:p>
        </p:txBody>
      </p:sp>
      <p:sp>
        <p:nvSpPr>
          <p:cNvPr id="19" name="Rectangle 18"/>
          <p:cNvSpPr/>
          <p:nvPr/>
        </p:nvSpPr>
        <p:spPr>
          <a:xfrm>
            <a:off x="5989320" y="1969008"/>
            <a:ext cx="5608320" cy="3974592"/>
          </a:xfrm>
          <a:prstGeom prst="rect">
            <a:avLst/>
          </a:prstGeom>
          <a:solidFill>
            <a:srgbClr val="F8F4EB"/>
          </a:solidFill>
          <a:ln w="50800">
            <a:solidFill>
              <a:srgbClr val="1B1A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382000" y="2996184"/>
            <a:ext cx="822960" cy="822960"/>
          </a:xfrm>
          <a:prstGeom prst="rect">
            <a:avLst/>
          </a:prstGeom>
          <a:noFill/>
          <a:ln w="25400">
            <a:solidFill>
              <a:srgbClr val="CA88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82000" y="2996184"/>
            <a:ext cx="822960" cy="822960"/>
          </a:xfrm>
          <a:prstGeom prst="rect">
            <a:avLst/>
          </a:prstGeom>
          <a:noFill/>
        </p:spPr>
        <p:txBody>
          <a:bodyPr wrap="square" anchor="ctr" lIns="45720" rIns="45720" tIns="0" bIns="0">
            <a:spAutoFit/>
          </a:bodyPr>
          <a:lstStyle/>
          <a:p>
            <a:pPr algn="ctr">
              <a:spcAft>
                <a:spcPts val="800"/>
              </a:spcAft>
            </a:pPr>
            <a:r>
              <a:rPr sz="2600" b="0">
                <a:solidFill>
                  <a:srgbClr val="C06F51"/>
                </a:solidFill>
                <a:latin typeface="Verdana"/>
              </a:rPr>
              <a:t>✦</a:t>
            </a:r>
          </a:p>
        </p:txBody>
      </p:sp>
      <p:sp>
        <p:nvSpPr>
          <p:cNvPr id="22" name="TextBox 21"/>
          <p:cNvSpPr txBox="1"/>
          <p:nvPr/>
        </p:nvSpPr>
        <p:spPr>
          <a:xfrm>
            <a:off x="6373368" y="4002024"/>
            <a:ext cx="4840224" cy="822960"/>
          </a:xfrm>
          <a:prstGeom prst="rect">
            <a:avLst/>
          </a:prstGeom>
          <a:noFill/>
        </p:spPr>
        <p:txBody>
          <a:bodyPr wrap="square" anchor="t" lIns="45720" rIns="45720" tIns="0" bIns="0">
            <a:spAutoFit/>
          </a:bodyPr>
          <a:lstStyle/>
          <a:p>
            <a:pPr algn="ctr">
              <a:spcAft>
                <a:spcPts val="800"/>
              </a:spcAft>
            </a:pPr>
            <a:r>
              <a:rPr sz="2000" b="1">
                <a:solidFill>
                  <a:srgbClr val="3C3B37"/>
                </a:solidFill>
                <a:latin typeface="Rockwell"/>
              </a:rPr>
              <a:t>Drawing a hope</a:t>
            </a:r>
          </a:p>
        </p:txBody>
      </p:sp>
      <p:sp>
        <p:nvSpPr>
          <p:cNvPr id="23" name="TextBox 22"/>
          <p:cNvSpPr txBox="1"/>
          <p:nvPr/>
        </p:nvSpPr>
        <p:spPr>
          <a:xfrm>
            <a:off x="6373368" y="5376672"/>
            <a:ext cx="4840224" cy="274320"/>
          </a:xfrm>
          <a:prstGeom prst="rect">
            <a:avLst/>
          </a:prstGeom>
          <a:noFill/>
        </p:spPr>
        <p:txBody>
          <a:bodyPr wrap="square" anchor="t" lIns="45720" rIns="45720" tIns="0" bIns="0">
            <a:spAutoFit/>
          </a:bodyPr>
          <a:lstStyle/>
          <a:p>
            <a:pPr algn="ctr">
              <a:spcAft>
                <a:spcPts val="800"/>
              </a:spcAft>
            </a:pPr>
            <a:r>
              <a:rPr sz="1000" b="0">
                <a:solidFill>
                  <a:srgbClr val="7A766B"/>
                </a:solidFill>
                <a:latin typeface="Verdana"/>
              </a:rPr>
              <a:t>ISITHOMBE · F-IMG-03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EFE6D2"/>
        </a:solidFill>
        <a:effectLst/>
      </p:bgPr>
    </p:bg>
    <p:spTree>
      <p:nvGrpSpPr>
        <p:cNvPr id="1" name=""/>
        <p:cNvGrpSpPr/>
        <p:nvPr/>
      </p:nvGrpSpPr>
      <p:grpSpPr/>
      <p:sp>
        <p:nvSpPr>
          <p:cNvPr id="2" name="Rectangle 1"/>
          <p:cNvSpPr/>
          <p:nvPr/>
        </p:nvSpPr>
        <p:spPr>
          <a:xfrm>
            <a:off x="201168" y="201168"/>
            <a:ext cx="11789664" cy="6455664"/>
          </a:xfrm>
          <a:prstGeom prst="rect">
            <a:avLst/>
          </a:prstGeom>
          <a:noFill/>
          <a:ln w="19050">
            <a:solidFill>
              <a:srgbClr val="1B1A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94360" y="6272784"/>
            <a:ext cx="1316228" cy="266700"/>
          </a:xfrm>
          <a:prstGeom prst="roundRect">
            <a:avLst>
              <a:gd name="adj" fmla="val 50000"/>
            </a:avLst>
          </a:prstGeom>
          <a:noFill/>
          <a:ln w="15875">
            <a:solidFill>
              <a:srgbClr val="2F5D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6272784"/>
            <a:ext cx="1316228" cy="266700"/>
          </a:xfrm>
          <a:prstGeom prst="rect">
            <a:avLst/>
          </a:prstGeom>
          <a:noFill/>
        </p:spPr>
        <p:txBody>
          <a:bodyPr wrap="square" anchor="ctr" lIns="45720" rIns="45720" tIns="0" bIns="0">
            <a:spAutoFit/>
          </a:bodyPr>
          <a:lstStyle/>
          <a:p>
            <a:pPr algn="ctr">
              <a:spcAft>
                <a:spcPts val="800"/>
              </a:spcAft>
            </a:pPr>
            <a:r>
              <a:rPr sz="1000" b="1">
                <a:solidFill>
                  <a:srgbClr val="2F5D34"/>
                </a:solidFill>
                <a:latin typeface="Verdana"/>
              </a:rPr>
              <a:t>IPHOSTA F-P01</a:t>
            </a:r>
          </a:p>
        </p:txBody>
      </p:sp>
      <p:sp>
        <p:nvSpPr>
          <p:cNvPr id="5" name="TextBox 4"/>
          <p:cNvSpPr txBox="1"/>
          <p:nvPr/>
        </p:nvSpPr>
        <p:spPr>
          <a:xfrm>
            <a:off x="2047748" y="6291072"/>
            <a:ext cx="5486400" cy="274320"/>
          </a:xfrm>
          <a:prstGeom prst="rect">
            <a:avLst/>
          </a:prstGeom>
          <a:noFill/>
        </p:spPr>
        <p:txBody>
          <a:bodyPr wrap="square" anchor="ctr" lIns="45720" rIns="45720" tIns="0" bIns="0">
            <a:spAutoFit/>
          </a:bodyPr>
          <a:lstStyle/>
          <a:p>
            <a:pPr algn="l">
              <a:spcAft>
                <a:spcPts val="800"/>
              </a:spcAft>
            </a:pPr>
            <a:r>
              <a:rPr sz="1000" b="0">
                <a:solidFill>
                  <a:srgbClr val="7A766B"/>
                </a:solidFill>
                <a:latin typeface="Verdana"/>
              </a:rPr>
              <a:t>Grow Food, Grow Strong  ·  F-D1-05</a:t>
            </a:r>
          </a:p>
        </p:txBody>
      </p:sp>
      <p:sp>
        <p:nvSpPr>
          <p:cNvPr id="6" name="TextBox 5"/>
          <p:cNvSpPr txBox="1"/>
          <p:nvPr/>
        </p:nvSpPr>
        <p:spPr>
          <a:xfrm>
            <a:off x="9768840" y="6291072"/>
            <a:ext cx="1828800" cy="274320"/>
          </a:xfrm>
          <a:prstGeom prst="rect">
            <a:avLst/>
          </a:prstGeom>
          <a:noFill/>
        </p:spPr>
        <p:txBody>
          <a:bodyPr wrap="square" anchor="ctr" lIns="45720" rIns="45720" tIns="0" bIns="0">
            <a:spAutoFit/>
          </a:bodyPr>
          <a:lstStyle/>
          <a:p>
            <a:pPr algn="r">
              <a:spcAft>
                <a:spcPts val="800"/>
              </a:spcAft>
            </a:pPr>
            <a:r>
              <a:rPr sz="1000" b="0">
                <a:solidFill>
                  <a:srgbClr val="7A766B"/>
                </a:solidFill>
                <a:latin typeface="Verdana"/>
              </a:rPr>
              <a:t>5 / 18</a:t>
            </a:r>
          </a:p>
        </p:txBody>
      </p:sp>
      <p:sp>
        <p:nvSpPr>
          <p:cNvPr id="7" name="TextBox 6"/>
          <p:cNvSpPr txBox="1"/>
          <p:nvPr/>
        </p:nvSpPr>
        <p:spPr>
          <a:xfrm>
            <a:off x="594360" y="457200"/>
            <a:ext cx="8229600" cy="320040"/>
          </a:xfrm>
          <a:prstGeom prst="rect">
            <a:avLst/>
          </a:prstGeom>
          <a:noFill/>
        </p:spPr>
        <p:txBody>
          <a:bodyPr wrap="square" anchor="t" lIns="45720" rIns="45720" tIns="0" bIns="0">
            <a:spAutoFit/>
          </a:bodyPr>
          <a:lstStyle/>
          <a:p>
            <a:pPr algn="l">
              <a:spcAft>
                <a:spcPts val="800"/>
              </a:spcAft>
            </a:pPr>
            <a:r>
              <a:rPr sz="1300" b="1">
                <a:solidFill>
                  <a:srgbClr val="B24E2A"/>
                </a:solidFill>
                <a:latin typeface="Verdana"/>
              </a:rPr>
              <a:t>USUKU 1</a:t>
            </a:r>
          </a:p>
        </p:txBody>
      </p:sp>
      <p:sp>
        <p:nvSpPr>
          <p:cNvPr id="8" name="TextBox 7"/>
          <p:cNvSpPr txBox="1"/>
          <p:nvPr/>
        </p:nvSpPr>
        <p:spPr>
          <a:xfrm>
            <a:off x="594360" y="804672"/>
            <a:ext cx="11003280" cy="624840"/>
          </a:xfrm>
          <a:prstGeom prst="rect">
            <a:avLst/>
          </a:prstGeom>
          <a:noFill/>
        </p:spPr>
        <p:txBody>
          <a:bodyPr wrap="square" anchor="t" lIns="45720" rIns="45720" tIns="0" bIns="0">
            <a:spAutoFit/>
          </a:bodyPr>
          <a:lstStyle/>
          <a:p>
            <a:pPr algn="l">
              <a:lnSpc>
                <a:spcPct val="95000"/>
              </a:lnSpc>
              <a:spcAft>
                <a:spcPts val="800"/>
              </a:spcAft>
            </a:pPr>
            <a:r>
              <a:rPr sz="4000" b="1">
                <a:solidFill>
                  <a:srgbClr val="1B1A17"/>
                </a:solidFill>
                <a:latin typeface="Rockwell"/>
              </a:rPr>
              <a:t>Indlela esifunda ngayo ndawonye</a:t>
            </a:r>
          </a:p>
        </p:txBody>
      </p:sp>
      <p:sp>
        <p:nvSpPr>
          <p:cNvPr id="9" name="Rectangle 8"/>
          <p:cNvSpPr/>
          <p:nvPr/>
        </p:nvSpPr>
        <p:spPr>
          <a:xfrm>
            <a:off x="640080" y="1539240"/>
            <a:ext cx="1097280" cy="91440"/>
          </a:xfrm>
          <a:prstGeom prst="rect">
            <a:avLst/>
          </a:prstGeom>
          <a:solidFill>
            <a:srgbClr val="B24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905000"/>
            <a:ext cx="5074920" cy="4084320"/>
          </a:xfrm>
          <a:prstGeom prst="rect">
            <a:avLst/>
          </a:prstGeom>
          <a:noFill/>
        </p:spPr>
        <p:txBody>
          <a:bodyPr wrap="square" anchor="t" lIns="45720" rIns="45720" tIns="0" bIns="0">
            <a:spAutoFit/>
          </a:bodyPr>
          <a:lstStyle/>
          <a:p>
            <a:pPr algn="l" marL="412750" indent="-412750">
              <a:spcAft>
                <a:spcPts val="1800"/>
              </a:spcAft>
            </a:pPr>
            <a:r>
              <a:rPr sz="2600" b="1">
                <a:solidFill>
                  <a:srgbClr val="B24E2A"/>
                </a:solidFill>
                <a:latin typeface="Verdana"/>
              </a:rPr>
              <a:t>■  </a:t>
            </a:r>
            <a:r>
              <a:rPr sz="2600" b="0">
                <a:solidFill>
                  <a:srgbClr val="1B1A17"/>
                </a:solidFill>
                <a:latin typeface="Verdana"/>
              </a:rPr>
              <a:t>Yini esiyidinga komunye nomunye?</a:t>
            </a:r>
          </a:p>
        </p:txBody>
      </p:sp>
      <p:sp>
        <p:nvSpPr>
          <p:cNvPr id="11" name="Rectangle 10"/>
          <p:cNvSpPr/>
          <p:nvPr/>
        </p:nvSpPr>
        <p:spPr>
          <a:xfrm>
            <a:off x="5989320" y="1813560"/>
            <a:ext cx="5608320" cy="4130040"/>
          </a:xfrm>
          <a:prstGeom prst="rect">
            <a:avLst/>
          </a:prstGeom>
          <a:solidFill>
            <a:srgbClr val="F8F4EB"/>
          </a:solidFill>
          <a:ln w="50800">
            <a:solidFill>
              <a:srgbClr val="1B1A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382000" y="2918460"/>
            <a:ext cx="822960" cy="822960"/>
          </a:xfrm>
          <a:prstGeom prst="rect">
            <a:avLst/>
          </a:prstGeom>
          <a:noFill/>
          <a:ln w="25400">
            <a:solidFill>
              <a:srgbClr val="CA88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82000" y="2918460"/>
            <a:ext cx="822960" cy="822960"/>
          </a:xfrm>
          <a:prstGeom prst="rect">
            <a:avLst/>
          </a:prstGeom>
          <a:noFill/>
        </p:spPr>
        <p:txBody>
          <a:bodyPr wrap="square" anchor="ctr" lIns="45720" rIns="45720" tIns="0" bIns="0">
            <a:spAutoFit/>
          </a:bodyPr>
          <a:lstStyle/>
          <a:p>
            <a:pPr algn="ctr">
              <a:spcAft>
                <a:spcPts val="800"/>
              </a:spcAft>
            </a:pPr>
            <a:r>
              <a:rPr sz="2600" b="0">
                <a:solidFill>
                  <a:srgbClr val="C06F51"/>
                </a:solidFill>
                <a:latin typeface="Verdana"/>
              </a:rPr>
              <a:t>✦</a:t>
            </a:r>
          </a:p>
        </p:txBody>
      </p:sp>
      <p:sp>
        <p:nvSpPr>
          <p:cNvPr id="14" name="TextBox 13"/>
          <p:cNvSpPr txBox="1"/>
          <p:nvPr/>
        </p:nvSpPr>
        <p:spPr>
          <a:xfrm>
            <a:off x="6373368" y="3924300"/>
            <a:ext cx="4840224" cy="822960"/>
          </a:xfrm>
          <a:prstGeom prst="rect">
            <a:avLst/>
          </a:prstGeom>
          <a:noFill/>
        </p:spPr>
        <p:txBody>
          <a:bodyPr wrap="square" anchor="t" lIns="45720" rIns="45720" tIns="0" bIns="0">
            <a:spAutoFit/>
          </a:bodyPr>
          <a:lstStyle/>
          <a:p>
            <a:pPr algn="ctr">
              <a:spcAft>
                <a:spcPts val="800"/>
              </a:spcAft>
            </a:pPr>
            <a:r>
              <a:rPr sz="2000" b="1">
                <a:solidFill>
                  <a:srgbClr val="3C3B37"/>
                </a:solidFill>
                <a:latin typeface="Rockwell"/>
              </a:rPr>
              <a:t>Artwork for F-P01 · Our class agreement</a:t>
            </a:r>
          </a:p>
        </p:txBody>
      </p:sp>
      <p:sp>
        <p:nvSpPr>
          <p:cNvPr id="15" name="TextBox 14"/>
          <p:cNvSpPr txBox="1"/>
          <p:nvPr/>
        </p:nvSpPr>
        <p:spPr>
          <a:xfrm>
            <a:off x="6373368" y="5376672"/>
            <a:ext cx="4840224" cy="274320"/>
          </a:xfrm>
          <a:prstGeom prst="rect">
            <a:avLst/>
          </a:prstGeom>
          <a:noFill/>
        </p:spPr>
        <p:txBody>
          <a:bodyPr wrap="square" anchor="t" lIns="45720" rIns="45720" tIns="0" bIns="0">
            <a:spAutoFit/>
          </a:bodyPr>
          <a:lstStyle/>
          <a:p>
            <a:pPr algn="ctr">
              <a:spcAft>
                <a:spcPts val="800"/>
              </a:spcAft>
            </a:pPr>
            <a:r>
              <a:rPr sz="1000" b="0">
                <a:solidFill>
                  <a:srgbClr val="7A766B"/>
                </a:solidFill>
                <a:latin typeface="Verdana"/>
              </a:rPr>
              <a:t>POSTER ART · F-P01-ART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EFE6D2"/>
        </a:solidFill>
        <a:effectLst/>
      </p:bgPr>
    </p:bg>
    <p:spTree>
      <p:nvGrpSpPr>
        <p:cNvPr id="1" name=""/>
        <p:cNvGrpSpPr/>
        <p:nvPr/>
      </p:nvGrpSpPr>
      <p:grpSpPr/>
      <p:sp>
        <p:nvSpPr>
          <p:cNvPr id="2" name="Rectangle 1"/>
          <p:cNvSpPr/>
          <p:nvPr/>
        </p:nvSpPr>
        <p:spPr>
          <a:xfrm>
            <a:off x="201168" y="201168"/>
            <a:ext cx="11789664" cy="6455664"/>
          </a:xfrm>
          <a:prstGeom prst="rect">
            <a:avLst/>
          </a:prstGeom>
          <a:noFill/>
          <a:ln w="19050">
            <a:solidFill>
              <a:srgbClr val="1B1A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94360" y="6272784"/>
            <a:ext cx="1316228" cy="266700"/>
          </a:xfrm>
          <a:prstGeom prst="roundRect">
            <a:avLst>
              <a:gd name="adj" fmla="val 50000"/>
            </a:avLst>
          </a:prstGeom>
          <a:noFill/>
          <a:ln w="15875">
            <a:solidFill>
              <a:srgbClr val="2F5D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6272784"/>
            <a:ext cx="1316228" cy="266700"/>
          </a:xfrm>
          <a:prstGeom prst="rect">
            <a:avLst/>
          </a:prstGeom>
          <a:noFill/>
        </p:spPr>
        <p:txBody>
          <a:bodyPr wrap="square" anchor="ctr" lIns="45720" rIns="45720" tIns="0" bIns="0">
            <a:spAutoFit/>
          </a:bodyPr>
          <a:lstStyle/>
          <a:p>
            <a:pPr algn="ctr">
              <a:spcAft>
                <a:spcPts val="800"/>
              </a:spcAft>
            </a:pPr>
            <a:r>
              <a:rPr sz="1000" b="1">
                <a:solidFill>
                  <a:srgbClr val="2F5D34"/>
                </a:solidFill>
                <a:latin typeface="Verdana"/>
              </a:rPr>
              <a:t>IPHOSTA F-P02</a:t>
            </a:r>
          </a:p>
        </p:txBody>
      </p:sp>
      <p:sp>
        <p:nvSpPr>
          <p:cNvPr id="5" name="TextBox 4"/>
          <p:cNvSpPr txBox="1"/>
          <p:nvPr/>
        </p:nvSpPr>
        <p:spPr>
          <a:xfrm>
            <a:off x="2047748" y="6291072"/>
            <a:ext cx="5486400" cy="274320"/>
          </a:xfrm>
          <a:prstGeom prst="rect">
            <a:avLst/>
          </a:prstGeom>
          <a:noFill/>
        </p:spPr>
        <p:txBody>
          <a:bodyPr wrap="square" anchor="ctr" lIns="45720" rIns="45720" tIns="0" bIns="0">
            <a:spAutoFit/>
          </a:bodyPr>
          <a:lstStyle/>
          <a:p>
            <a:pPr algn="l">
              <a:spcAft>
                <a:spcPts val="800"/>
              </a:spcAft>
            </a:pPr>
            <a:r>
              <a:rPr sz="1000" b="0">
                <a:solidFill>
                  <a:srgbClr val="7A766B"/>
                </a:solidFill>
                <a:latin typeface="Verdana"/>
              </a:rPr>
              <a:t>Grow Food, Grow Strong  ·  F-D1-06</a:t>
            </a:r>
          </a:p>
        </p:txBody>
      </p:sp>
      <p:sp>
        <p:nvSpPr>
          <p:cNvPr id="6" name="TextBox 5"/>
          <p:cNvSpPr txBox="1"/>
          <p:nvPr/>
        </p:nvSpPr>
        <p:spPr>
          <a:xfrm>
            <a:off x="9768840" y="6291072"/>
            <a:ext cx="1828800" cy="274320"/>
          </a:xfrm>
          <a:prstGeom prst="rect">
            <a:avLst/>
          </a:prstGeom>
          <a:noFill/>
        </p:spPr>
        <p:txBody>
          <a:bodyPr wrap="square" anchor="ctr" lIns="45720" rIns="45720" tIns="0" bIns="0">
            <a:spAutoFit/>
          </a:bodyPr>
          <a:lstStyle/>
          <a:p>
            <a:pPr algn="r">
              <a:spcAft>
                <a:spcPts val="800"/>
              </a:spcAft>
            </a:pPr>
            <a:r>
              <a:rPr sz="1000" b="0">
                <a:solidFill>
                  <a:srgbClr val="7A766B"/>
                </a:solidFill>
                <a:latin typeface="Verdana"/>
              </a:rPr>
              <a:t>6 / 18</a:t>
            </a:r>
          </a:p>
        </p:txBody>
      </p:sp>
      <p:sp>
        <p:nvSpPr>
          <p:cNvPr id="7" name="TextBox 6"/>
          <p:cNvSpPr txBox="1"/>
          <p:nvPr/>
        </p:nvSpPr>
        <p:spPr>
          <a:xfrm>
            <a:off x="594360" y="457200"/>
            <a:ext cx="8229600" cy="320040"/>
          </a:xfrm>
          <a:prstGeom prst="rect">
            <a:avLst/>
          </a:prstGeom>
          <a:noFill/>
        </p:spPr>
        <p:txBody>
          <a:bodyPr wrap="square" anchor="t" lIns="45720" rIns="45720" tIns="0" bIns="0">
            <a:spAutoFit/>
          </a:bodyPr>
          <a:lstStyle/>
          <a:p>
            <a:pPr algn="l">
              <a:spcAft>
                <a:spcPts val="800"/>
              </a:spcAft>
            </a:pPr>
            <a:r>
              <a:rPr sz="1300" b="1">
                <a:solidFill>
                  <a:srgbClr val="B24E2A"/>
                </a:solidFill>
                <a:latin typeface="Verdana"/>
              </a:rPr>
              <a:t>USUKU 1</a:t>
            </a:r>
          </a:p>
        </p:txBody>
      </p:sp>
      <p:sp>
        <p:nvSpPr>
          <p:cNvPr id="8" name="TextBox 7"/>
          <p:cNvSpPr txBox="1"/>
          <p:nvPr/>
        </p:nvSpPr>
        <p:spPr>
          <a:xfrm>
            <a:off x="594360" y="804672"/>
            <a:ext cx="11003280" cy="624840"/>
          </a:xfrm>
          <a:prstGeom prst="rect">
            <a:avLst/>
          </a:prstGeom>
          <a:noFill/>
        </p:spPr>
        <p:txBody>
          <a:bodyPr wrap="square" anchor="t" lIns="45720" rIns="45720" tIns="0" bIns="0">
            <a:spAutoFit/>
          </a:bodyPr>
          <a:lstStyle/>
          <a:p>
            <a:pPr algn="l">
              <a:lnSpc>
                <a:spcPct val="95000"/>
              </a:lnSpc>
              <a:spcAft>
                <a:spcPts val="800"/>
              </a:spcAft>
            </a:pPr>
            <a:r>
              <a:rPr sz="4000" b="1">
                <a:solidFill>
                  <a:srgbClr val="1B1A17"/>
                </a:solidFill>
                <a:latin typeface="Rockwell"/>
              </a:rPr>
              <a:t>Izindlela ezintathu zokunakekela</a:t>
            </a:r>
          </a:p>
        </p:txBody>
      </p:sp>
      <p:sp>
        <p:nvSpPr>
          <p:cNvPr id="9" name="Rectangle 8"/>
          <p:cNvSpPr/>
          <p:nvPr/>
        </p:nvSpPr>
        <p:spPr>
          <a:xfrm>
            <a:off x="640080" y="1539240"/>
            <a:ext cx="1097280" cy="91440"/>
          </a:xfrm>
          <a:prstGeom prst="rect">
            <a:avLst/>
          </a:prstGeom>
          <a:solidFill>
            <a:srgbClr val="B24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905000"/>
            <a:ext cx="5074920" cy="4084320"/>
          </a:xfrm>
          <a:prstGeom prst="rect">
            <a:avLst/>
          </a:prstGeom>
          <a:noFill/>
        </p:spPr>
        <p:txBody>
          <a:bodyPr wrap="square" anchor="t" lIns="45720" rIns="45720" tIns="0" bIns="0">
            <a:spAutoFit/>
          </a:bodyPr>
          <a:lstStyle/>
          <a:p>
            <a:pPr algn="l" marL="412750" indent="-412750">
              <a:spcAft>
                <a:spcPts val="1800"/>
              </a:spcAft>
            </a:pPr>
            <a:r>
              <a:rPr sz="2600" b="1">
                <a:solidFill>
                  <a:srgbClr val="B24E2A"/>
                </a:solidFill>
                <a:latin typeface="Verdana"/>
              </a:rPr>
              <a:t>■  </a:t>
            </a:r>
            <a:r>
              <a:rPr sz="2600" b="0">
                <a:solidFill>
                  <a:srgbClr val="1B1A17"/>
                </a:solidFill>
                <a:latin typeface="Verdana"/>
              </a:rPr>
              <a:t>Nakekela umhlaba</a:t>
            </a:r>
          </a:p>
          <a:p>
            <a:pPr algn="l" marL="412750" indent="-412750">
              <a:spcAft>
                <a:spcPts val="1800"/>
              </a:spcAft>
            </a:pPr>
            <a:r>
              <a:rPr sz="2600" b="1">
                <a:solidFill>
                  <a:srgbClr val="B24E2A"/>
                </a:solidFill>
                <a:latin typeface="Verdana"/>
              </a:rPr>
              <a:t>■  </a:t>
            </a:r>
            <a:r>
              <a:rPr sz="2600" b="0">
                <a:solidFill>
                  <a:srgbClr val="1B1A17"/>
                </a:solidFill>
                <a:latin typeface="Verdana"/>
              </a:rPr>
              <a:t>Nakekela abantu</a:t>
            </a:r>
          </a:p>
          <a:p>
            <a:pPr algn="l" marL="412750" indent="-412750">
              <a:spcAft>
                <a:spcPts val="1800"/>
              </a:spcAft>
            </a:pPr>
            <a:r>
              <a:rPr sz="2600" b="1">
                <a:solidFill>
                  <a:srgbClr val="B24E2A"/>
                </a:solidFill>
                <a:latin typeface="Verdana"/>
              </a:rPr>
              <a:t>■  </a:t>
            </a:r>
            <a:r>
              <a:rPr sz="2600" b="0">
                <a:solidFill>
                  <a:srgbClr val="1B1A17"/>
                </a:solidFill>
                <a:latin typeface="Verdana"/>
              </a:rPr>
              <a:t>Yabelana ngokulingene</a:t>
            </a:r>
          </a:p>
        </p:txBody>
      </p:sp>
      <p:sp>
        <p:nvSpPr>
          <p:cNvPr id="11" name="Rectangle 10"/>
          <p:cNvSpPr/>
          <p:nvPr/>
        </p:nvSpPr>
        <p:spPr>
          <a:xfrm>
            <a:off x="5989320" y="1813560"/>
            <a:ext cx="5608320" cy="4130040"/>
          </a:xfrm>
          <a:prstGeom prst="rect">
            <a:avLst/>
          </a:prstGeom>
          <a:solidFill>
            <a:srgbClr val="F8F4EB"/>
          </a:solidFill>
          <a:ln w="50800">
            <a:solidFill>
              <a:srgbClr val="1B1A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382000" y="2918460"/>
            <a:ext cx="822960" cy="822960"/>
          </a:xfrm>
          <a:prstGeom prst="rect">
            <a:avLst/>
          </a:prstGeom>
          <a:noFill/>
          <a:ln w="25400">
            <a:solidFill>
              <a:srgbClr val="CA88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82000" y="2918460"/>
            <a:ext cx="822960" cy="822960"/>
          </a:xfrm>
          <a:prstGeom prst="rect">
            <a:avLst/>
          </a:prstGeom>
          <a:noFill/>
        </p:spPr>
        <p:txBody>
          <a:bodyPr wrap="square" anchor="ctr" lIns="45720" rIns="45720" tIns="0" bIns="0">
            <a:spAutoFit/>
          </a:bodyPr>
          <a:lstStyle/>
          <a:p>
            <a:pPr algn="ctr">
              <a:spcAft>
                <a:spcPts val="800"/>
              </a:spcAft>
            </a:pPr>
            <a:r>
              <a:rPr sz="2600" b="0">
                <a:solidFill>
                  <a:srgbClr val="C06F51"/>
                </a:solidFill>
                <a:latin typeface="Verdana"/>
              </a:rPr>
              <a:t>✦</a:t>
            </a:r>
          </a:p>
        </p:txBody>
      </p:sp>
      <p:sp>
        <p:nvSpPr>
          <p:cNvPr id="14" name="TextBox 13"/>
          <p:cNvSpPr txBox="1"/>
          <p:nvPr/>
        </p:nvSpPr>
        <p:spPr>
          <a:xfrm>
            <a:off x="6373368" y="3924300"/>
            <a:ext cx="4840224" cy="822960"/>
          </a:xfrm>
          <a:prstGeom prst="rect">
            <a:avLst/>
          </a:prstGeom>
          <a:noFill/>
        </p:spPr>
        <p:txBody>
          <a:bodyPr wrap="square" anchor="t" lIns="45720" rIns="45720" tIns="0" bIns="0">
            <a:spAutoFit/>
          </a:bodyPr>
          <a:lstStyle/>
          <a:p>
            <a:pPr algn="ctr">
              <a:spcAft>
                <a:spcPts val="800"/>
              </a:spcAft>
            </a:pPr>
            <a:r>
              <a:rPr sz="2000" b="1">
                <a:solidFill>
                  <a:srgbClr val="3C3B37"/>
                </a:solidFill>
                <a:latin typeface="Rockwell"/>
              </a:rPr>
              <a:t>Artwork for F-P02 · Earth care · People care · Fair share</a:t>
            </a:r>
          </a:p>
        </p:txBody>
      </p:sp>
      <p:sp>
        <p:nvSpPr>
          <p:cNvPr id="15" name="TextBox 14"/>
          <p:cNvSpPr txBox="1"/>
          <p:nvPr/>
        </p:nvSpPr>
        <p:spPr>
          <a:xfrm>
            <a:off x="6373368" y="5376672"/>
            <a:ext cx="4840224" cy="274320"/>
          </a:xfrm>
          <a:prstGeom prst="rect">
            <a:avLst/>
          </a:prstGeom>
          <a:noFill/>
        </p:spPr>
        <p:txBody>
          <a:bodyPr wrap="square" anchor="t" lIns="45720" rIns="45720" tIns="0" bIns="0">
            <a:spAutoFit/>
          </a:bodyPr>
          <a:lstStyle/>
          <a:p>
            <a:pPr algn="ctr">
              <a:spcAft>
                <a:spcPts val="800"/>
              </a:spcAft>
            </a:pPr>
            <a:r>
              <a:rPr sz="1000" b="0">
                <a:solidFill>
                  <a:srgbClr val="7A766B"/>
                </a:solidFill>
                <a:latin typeface="Verdana"/>
              </a:rPr>
              <a:t>POSTER ART · F-P02-ART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EFE6D2"/>
        </a:solidFill>
        <a:effectLst/>
      </p:bgPr>
    </p:bg>
    <p:spTree>
      <p:nvGrpSpPr>
        <p:cNvPr id="1" name=""/>
        <p:cNvGrpSpPr/>
        <p:nvPr/>
      </p:nvGrpSpPr>
      <p:grpSpPr/>
      <p:sp>
        <p:nvSpPr>
          <p:cNvPr id="2" name="Rectangle 1"/>
          <p:cNvSpPr/>
          <p:nvPr/>
        </p:nvSpPr>
        <p:spPr>
          <a:xfrm>
            <a:off x="201168" y="201168"/>
            <a:ext cx="11789664" cy="6455664"/>
          </a:xfrm>
          <a:prstGeom prst="rect">
            <a:avLst/>
          </a:prstGeom>
          <a:noFill/>
          <a:ln w="19050">
            <a:solidFill>
              <a:srgbClr val="1B1A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94360" y="6272784"/>
            <a:ext cx="1316228" cy="266700"/>
          </a:xfrm>
          <a:prstGeom prst="roundRect">
            <a:avLst>
              <a:gd name="adj" fmla="val 50000"/>
            </a:avLst>
          </a:prstGeom>
          <a:noFill/>
          <a:ln w="15875">
            <a:solidFill>
              <a:srgbClr val="2F5D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6272784"/>
            <a:ext cx="1316228" cy="266700"/>
          </a:xfrm>
          <a:prstGeom prst="rect">
            <a:avLst/>
          </a:prstGeom>
          <a:noFill/>
        </p:spPr>
        <p:txBody>
          <a:bodyPr wrap="square" anchor="ctr" lIns="45720" rIns="45720" tIns="0" bIns="0">
            <a:spAutoFit/>
          </a:bodyPr>
          <a:lstStyle/>
          <a:p>
            <a:pPr algn="ctr">
              <a:spcAft>
                <a:spcPts val="800"/>
              </a:spcAft>
            </a:pPr>
            <a:r>
              <a:rPr sz="1000" b="1">
                <a:solidFill>
                  <a:srgbClr val="2F5D34"/>
                </a:solidFill>
                <a:latin typeface="Verdana"/>
              </a:rPr>
              <a:t>IPHOSTA F-P03</a:t>
            </a:r>
          </a:p>
        </p:txBody>
      </p:sp>
      <p:sp>
        <p:nvSpPr>
          <p:cNvPr id="5" name="TextBox 4"/>
          <p:cNvSpPr txBox="1"/>
          <p:nvPr/>
        </p:nvSpPr>
        <p:spPr>
          <a:xfrm>
            <a:off x="2047748" y="6291072"/>
            <a:ext cx="5486400" cy="274320"/>
          </a:xfrm>
          <a:prstGeom prst="rect">
            <a:avLst/>
          </a:prstGeom>
          <a:noFill/>
        </p:spPr>
        <p:txBody>
          <a:bodyPr wrap="square" anchor="ctr" lIns="45720" rIns="45720" tIns="0" bIns="0">
            <a:spAutoFit/>
          </a:bodyPr>
          <a:lstStyle/>
          <a:p>
            <a:pPr algn="l">
              <a:spcAft>
                <a:spcPts val="800"/>
              </a:spcAft>
            </a:pPr>
            <a:r>
              <a:rPr sz="1000" b="0">
                <a:solidFill>
                  <a:srgbClr val="7A766B"/>
                </a:solidFill>
                <a:latin typeface="Verdana"/>
              </a:rPr>
              <a:t>Grow Food, Grow Strong  ·  F-D1-07</a:t>
            </a:r>
          </a:p>
        </p:txBody>
      </p:sp>
      <p:sp>
        <p:nvSpPr>
          <p:cNvPr id="6" name="TextBox 5"/>
          <p:cNvSpPr txBox="1"/>
          <p:nvPr/>
        </p:nvSpPr>
        <p:spPr>
          <a:xfrm>
            <a:off x="9768840" y="6291072"/>
            <a:ext cx="1828800" cy="274320"/>
          </a:xfrm>
          <a:prstGeom prst="rect">
            <a:avLst/>
          </a:prstGeom>
          <a:noFill/>
        </p:spPr>
        <p:txBody>
          <a:bodyPr wrap="square" anchor="ctr" lIns="45720" rIns="45720" tIns="0" bIns="0">
            <a:spAutoFit/>
          </a:bodyPr>
          <a:lstStyle/>
          <a:p>
            <a:pPr algn="r">
              <a:spcAft>
                <a:spcPts val="800"/>
              </a:spcAft>
            </a:pPr>
            <a:r>
              <a:rPr sz="1000" b="0">
                <a:solidFill>
                  <a:srgbClr val="7A766B"/>
                </a:solidFill>
                <a:latin typeface="Verdana"/>
              </a:rPr>
              <a:t>7 / 18</a:t>
            </a:r>
          </a:p>
        </p:txBody>
      </p:sp>
      <p:sp>
        <p:nvSpPr>
          <p:cNvPr id="7" name="TextBox 6"/>
          <p:cNvSpPr txBox="1"/>
          <p:nvPr/>
        </p:nvSpPr>
        <p:spPr>
          <a:xfrm>
            <a:off x="594360" y="457200"/>
            <a:ext cx="8229600" cy="320040"/>
          </a:xfrm>
          <a:prstGeom prst="rect">
            <a:avLst/>
          </a:prstGeom>
          <a:noFill/>
        </p:spPr>
        <p:txBody>
          <a:bodyPr wrap="square" anchor="t" lIns="45720" rIns="45720" tIns="0" bIns="0">
            <a:spAutoFit/>
          </a:bodyPr>
          <a:lstStyle/>
          <a:p>
            <a:pPr algn="l">
              <a:spcAft>
                <a:spcPts val="800"/>
              </a:spcAft>
            </a:pPr>
            <a:r>
              <a:rPr sz="1300" b="1">
                <a:solidFill>
                  <a:srgbClr val="B24E2A"/>
                </a:solidFill>
                <a:latin typeface="Verdana"/>
              </a:rPr>
              <a:t>USUKU 1</a:t>
            </a:r>
          </a:p>
        </p:txBody>
      </p:sp>
      <p:sp>
        <p:nvSpPr>
          <p:cNvPr id="8" name="TextBox 7"/>
          <p:cNvSpPr txBox="1"/>
          <p:nvPr/>
        </p:nvSpPr>
        <p:spPr>
          <a:xfrm>
            <a:off x="594360" y="804672"/>
            <a:ext cx="11003280" cy="571500"/>
          </a:xfrm>
          <a:prstGeom prst="rect">
            <a:avLst/>
          </a:prstGeom>
          <a:noFill/>
        </p:spPr>
        <p:txBody>
          <a:bodyPr wrap="square" anchor="t" lIns="45720" rIns="45720" tIns="0" bIns="0">
            <a:spAutoFit/>
          </a:bodyPr>
          <a:lstStyle/>
          <a:p>
            <a:pPr algn="l">
              <a:lnSpc>
                <a:spcPct val="95000"/>
              </a:lnSpc>
              <a:spcAft>
                <a:spcPts val="800"/>
              </a:spcAft>
            </a:pPr>
            <a:r>
              <a:rPr sz="3600" b="1">
                <a:solidFill>
                  <a:srgbClr val="1B1A17"/>
                </a:solidFill>
                <a:latin typeface="Rockwell"/>
              </a:rPr>
              <a:t>Yiyiphi ingadi ezophila ngesomiso?</a:t>
            </a:r>
          </a:p>
        </p:txBody>
      </p:sp>
      <p:sp>
        <p:nvSpPr>
          <p:cNvPr id="9" name="Rectangle 8"/>
          <p:cNvSpPr/>
          <p:nvPr/>
        </p:nvSpPr>
        <p:spPr>
          <a:xfrm>
            <a:off x="640080" y="1485900"/>
            <a:ext cx="1097280" cy="91440"/>
          </a:xfrm>
          <a:prstGeom prst="rect">
            <a:avLst/>
          </a:prstGeom>
          <a:solidFill>
            <a:srgbClr val="B24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851660"/>
            <a:ext cx="5074920" cy="4137660"/>
          </a:xfrm>
          <a:prstGeom prst="rect">
            <a:avLst/>
          </a:prstGeom>
          <a:noFill/>
        </p:spPr>
        <p:txBody>
          <a:bodyPr wrap="square" anchor="t" lIns="45720" rIns="45720" tIns="0" bIns="0">
            <a:spAutoFit/>
          </a:bodyPr>
          <a:lstStyle/>
          <a:p>
            <a:pPr algn="l" marL="412750" indent="-412750">
              <a:spcAft>
                <a:spcPts val="1800"/>
              </a:spcAft>
            </a:pPr>
            <a:r>
              <a:rPr sz="2600" b="1">
                <a:solidFill>
                  <a:srgbClr val="B24E2A"/>
                </a:solidFill>
                <a:latin typeface="Verdana"/>
              </a:rPr>
              <a:t>■  </a:t>
            </a:r>
            <a:r>
              <a:rPr sz="2600" b="0">
                <a:solidFill>
                  <a:srgbClr val="1B1A17"/>
                </a:solidFill>
                <a:latin typeface="Verdana"/>
              </a:rPr>
              <a:t>Bhekani imizuzu emi-3</a:t>
            </a:r>
          </a:p>
          <a:p>
            <a:pPr algn="l" marL="412750" indent="-412750">
              <a:spcAft>
                <a:spcPts val="1800"/>
              </a:spcAft>
            </a:pPr>
            <a:r>
              <a:rPr sz="2600" b="1">
                <a:solidFill>
                  <a:srgbClr val="B24E2A"/>
                </a:solidFill>
                <a:latin typeface="Verdana"/>
              </a:rPr>
              <a:t>■  </a:t>
            </a:r>
            <a:r>
              <a:rPr sz="2600" b="0">
                <a:solidFill>
                  <a:srgbClr val="1B1A17"/>
                </a:solidFill>
                <a:latin typeface="Verdana"/>
              </a:rPr>
              <a:t>Yini ehlukile?</a:t>
            </a:r>
          </a:p>
        </p:txBody>
      </p:sp>
      <p:sp>
        <p:nvSpPr>
          <p:cNvPr id="11" name="Rectangle 10"/>
          <p:cNvSpPr/>
          <p:nvPr/>
        </p:nvSpPr>
        <p:spPr>
          <a:xfrm>
            <a:off x="5989320" y="1760220"/>
            <a:ext cx="5608320" cy="4183380"/>
          </a:xfrm>
          <a:prstGeom prst="rect">
            <a:avLst/>
          </a:prstGeom>
          <a:solidFill>
            <a:srgbClr val="F8F4EB"/>
          </a:solidFill>
          <a:ln w="50800">
            <a:solidFill>
              <a:srgbClr val="1B1A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382000" y="2891790"/>
            <a:ext cx="822960" cy="822960"/>
          </a:xfrm>
          <a:prstGeom prst="rect">
            <a:avLst/>
          </a:prstGeom>
          <a:noFill/>
          <a:ln w="25400">
            <a:solidFill>
              <a:srgbClr val="CA88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82000" y="2891790"/>
            <a:ext cx="822960" cy="822960"/>
          </a:xfrm>
          <a:prstGeom prst="rect">
            <a:avLst/>
          </a:prstGeom>
          <a:noFill/>
        </p:spPr>
        <p:txBody>
          <a:bodyPr wrap="square" anchor="ctr" lIns="45720" rIns="45720" tIns="0" bIns="0">
            <a:spAutoFit/>
          </a:bodyPr>
          <a:lstStyle/>
          <a:p>
            <a:pPr algn="ctr">
              <a:spcAft>
                <a:spcPts val="800"/>
              </a:spcAft>
            </a:pPr>
            <a:r>
              <a:rPr sz="2600" b="0">
                <a:solidFill>
                  <a:srgbClr val="C06F51"/>
                </a:solidFill>
                <a:latin typeface="Verdana"/>
              </a:rPr>
              <a:t>✦</a:t>
            </a:r>
          </a:p>
        </p:txBody>
      </p:sp>
      <p:sp>
        <p:nvSpPr>
          <p:cNvPr id="14" name="TextBox 13"/>
          <p:cNvSpPr txBox="1"/>
          <p:nvPr/>
        </p:nvSpPr>
        <p:spPr>
          <a:xfrm>
            <a:off x="6373368" y="3897630"/>
            <a:ext cx="4840224" cy="822960"/>
          </a:xfrm>
          <a:prstGeom prst="rect">
            <a:avLst/>
          </a:prstGeom>
          <a:noFill/>
        </p:spPr>
        <p:txBody>
          <a:bodyPr wrap="square" anchor="t" lIns="45720" rIns="45720" tIns="0" bIns="0">
            <a:spAutoFit/>
          </a:bodyPr>
          <a:lstStyle/>
          <a:p>
            <a:pPr algn="ctr">
              <a:spcAft>
                <a:spcPts val="800"/>
              </a:spcAft>
            </a:pPr>
            <a:r>
              <a:rPr sz="2000" b="1">
                <a:solidFill>
                  <a:srgbClr val="3C3B37"/>
                </a:solidFill>
                <a:latin typeface="Rockwell"/>
              </a:rPr>
              <a:t>Artwork for F-P03 · Two gardens</a:t>
            </a:r>
          </a:p>
        </p:txBody>
      </p:sp>
      <p:sp>
        <p:nvSpPr>
          <p:cNvPr id="15" name="TextBox 14"/>
          <p:cNvSpPr txBox="1"/>
          <p:nvPr/>
        </p:nvSpPr>
        <p:spPr>
          <a:xfrm>
            <a:off x="6373368" y="5376672"/>
            <a:ext cx="4840224" cy="274320"/>
          </a:xfrm>
          <a:prstGeom prst="rect">
            <a:avLst/>
          </a:prstGeom>
          <a:noFill/>
        </p:spPr>
        <p:txBody>
          <a:bodyPr wrap="square" anchor="t" lIns="45720" rIns="45720" tIns="0" bIns="0">
            <a:spAutoFit/>
          </a:bodyPr>
          <a:lstStyle/>
          <a:p>
            <a:pPr algn="ctr">
              <a:spcAft>
                <a:spcPts val="800"/>
              </a:spcAft>
            </a:pPr>
            <a:r>
              <a:rPr sz="1000" b="0">
                <a:solidFill>
                  <a:srgbClr val="7A766B"/>
                </a:solidFill>
                <a:latin typeface="Verdana"/>
              </a:rPr>
              <a:t>POSTER ART · F-P03-ART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EFE6D2"/>
        </a:solidFill>
        <a:effectLst/>
      </p:bgPr>
    </p:bg>
    <p:spTree>
      <p:nvGrpSpPr>
        <p:cNvPr id="1" name=""/>
        <p:cNvGrpSpPr/>
        <p:nvPr/>
      </p:nvGrpSpPr>
      <p:grpSpPr/>
      <p:sp>
        <p:nvSpPr>
          <p:cNvPr id="2" name="Rectangle 1"/>
          <p:cNvSpPr/>
          <p:nvPr/>
        </p:nvSpPr>
        <p:spPr>
          <a:xfrm>
            <a:off x="201168" y="201168"/>
            <a:ext cx="11789664" cy="6455664"/>
          </a:xfrm>
          <a:prstGeom prst="rect">
            <a:avLst/>
          </a:prstGeom>
          <a:noFill/>
          <a:ln w="19050">
            <a:solidFill>
              <a:srgbClr val="1B1A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74320" cy="6858000"/>
          </a:xfrm>
          <a:prstGeom prst="rect">
            <a:avLst/>
          </a:prstGeom>
          <a:solidFill>
            <a:srgbClr val="B24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6291072"/>
            <a:ext cx="5486400" cy="274320"/>
          </a:xfrm>
          <a:prstGeom prst="rect">
            <a:avLst/>
          </a:prstGeom>
          <a:noFill/>
        </p:spPr>
        <p:txBody>
          <a:bodyPr wrap="square" anchor="ctr" lIns="45720" rIns="45720" tIns="0" bIns="0">
            <a:spAutoFit/>
          </a:bodyPr>
          <a:lstStyle/>
          <a:p>
            <a:pPr algn="l">
              <a:spcAft>
                <a:spcPts val="800"/>
              </a:spcAft>
            </a:pPr>
            <a:r>
              <a:rPr sz="1000" b="0">
                <a:solidFill>
                  <a:srgbClr val="7A766B"/>
                </a:solidFill>
                <a:latin typeface="Verdana"/>
              </a:rPr>
              <a:t>Grow Food, Grow Strong  ·  F-D1-08</a:t>
            </a:r>
          </a:p>
        </p:txBody>
      </p:sp>
      <p:sp>
        <p:nvSpPr>
          <p:cNvPr id="5" name="TextBox 4"/>
          <p:cNvSpPr txBox="1"/>
          <p:nvPr/>
        </p:nvSpPr>
        <p:spPr>
          <a:xfrm>
            <a:off x="9768840" y="6291072"/>
            <a:ext cx="1828800" cy="274320"/>
          </a:xfrm>
          <a:prstGeom prst="rect">
            <a:avLst/>
          </a:prstGeom>
          <a:noFill/>
        </p:spPr>
        <p:txBody>
          <a:bodyPr wrap="square" anchor="ctr" lIns="45720" rIns="45720" tIns="0" bIns="0">
            <a:spAutoFit/>
          </a:bodyPr>
          <a:lstStyle/>
          <a:p>
            <a:pPr algn="r">
              <a:spcAft>
                <a:spcPts val="800"/>
              </a:spcAft>
            </a:pPr>
            <a:r>
              <a:rPr sz="1000" b="0">
                <a:solidFill>
                  <a:srgbClr val="7A766B"/>
                </a:solidFill>
                <a:latin typeface="Verdana"/>
              </a:rPr>
              <a:t>8 / 18</a:t>
            </a:r>
          </a:p>
        </p:txBody>
      </p:sp>
      <p:sp>
        <p:nvSpPr>
          <p:cNvPr id="6" name="Rounded Rectangle 5"/>
          <p:cNvSpPr/>
          <p:nvPr/>
        </p:nvSpPr>
        <p:spPr>
          <a:xfrm>
            <a:off x="731520" y="457200"/>
            <a:ext cx="1213866" cy="346710"/>
          </a:xfrm>
          <a:prstGeom prst="roundRect">
            <a:avLst>
              <a:gd name="adj" fmla="val 50000"/>
            </a:avLst>
          </a:prstGeom>
          <a:solidFill>
            <a:srgbClr val="B24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57200"/>
            <a:ext cx="1213866" cy="346710"/>
          </a:xfrm>
          <a:prstGeom prst="rect">
            <a:avLst/>
          </a:prstGeom>
          <a:noFill/>
        </p:spPr>
        <p:txBody>
          <a:bodyPr wrap="square" anchor="ctr" lIns="45720" rIns="45720" tIns="0" bIns="0">
            <a:spAutoFit/>
          </a:bodyPr>
          <a:lstStyle/>
          <a:p>
            <a:pPr algn="ctr">
              <a:spcAft>
                <a:spcPts val="800"/>
              </a:spcAft>
            </a:pPr>
            <a:r>
              <a:rPr sz="1300" b="1">
                <a:solidFill>
                  <a:srgbClr val="FFFFFF"/>
                </a:solidFill>
                <a:latin typeface="Verdana"/>
              </a:rPr>
              <a:t>SEBENZANI</a:t>
            </a:r>
          </a:p>
        </p:txBody>
      </p:sp>
      <p:sp>
        <p:nvSpPr>
          <p:cNvPr id="8" name="TextBox 7"/>
          <p:cNvSpPr txBox="1"/>
          <p:nvPr/>
        </p:nvSpPr>
        <p:spPr>
          <a:xfrm>
            <a:off x="731520" y="960120"/>
            <a:ext cx="10866120" cy="571500"/>
          </a:xfrm>
          <a:prstGeom prst="rect">
            <a:avLst/>
          </a:prstGeom>
          <a:noFill/>
        </p:spPr>
        <p:txBody>
          <a:bodyPr wrap="square" anchor="t" lIns="45720" rIns="45720" tIns="0" bIns="0">
            <a:spAutoFit/>
          </a:bodyPr>
          <a:lstStyle/>
          <a:p>
            <a:pPr algn="l">
              <a:lnSpc>
                <a:spcPct val="95000"/>
              </a:lnSpc>
              <a:spcAft>
                <a:spcPts val="800"/>
              </a:spcAft>
            </a:pPr>
            <a:r>
              <a:rPr sz="3600" b="1">
                <a:solidFill>
                  <a:srgbClr val="1B1A17"/>
                </a:solidFill>
                <a:latin typeface="Rockwell"/>
              </a:rPr>
              <a:t>Inhlabathi engembozwe noma embozwe?</a:t>
            </a:r>
          </a:p>
        </p:txBody>
      </p:sp>
      <p:sp>
        <p:nvSpPr>
          <p:cNvPr id="9" name="Rectangle 8"/>
          <p:cNvSpPr/>
          <p:nvPr/>
        </p:nvSpPr>
        <p:spPr>
          <a:xfrm>
            <a:off x="777240" y="1641348"/>
            <a:ext cx="1097280" cy="91440"/>
          </a:xfrm>
          <a:prstGeom prst="rect">
            <a:avLst/>
          </a:prstGeom>
          <a:solidFill>
            <a:srgbClr val="B24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31520" y="2007108"/>
            <a:ext cx="566928" cy="566928"/>
          </a:xfrm>
          <a:prstGeom prst="ellipse">
            <a:avLst/>
          </a:prstGeom>
          <a:solidFill>
            <a:srgbClr val="B24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007108"/>
            <a:ext cx="566928" cy="566928"/>
          </a:xfrm>
          <a:prstGeom prst="rect">
            <a:avLst/>
          </a:prstGeom>
          <a:noFill/>
        </p:spPr>
        <p:txBody>
          <a:bodyPr wrap="square" anchor="ctr" lIns="45720" rIns="45720" tIns="0" bIns="0">
            <a:spAutoFit/>
          </a:bodyPr>
          <a:lstStyle/>
          <a:p>
            <a:pPr algn="ctr">
              <a:spcAft>
                <a:spcPts val="800"/>
              </a:spcAft>
            </a:pPr>
            <a:r>
              <a:rPr sz="2200" b="1">
                <a:solidFill>
                  <a:srgbClr val="FFFFFF"/>
                </a:solidFill>
                <a:latin typeface="Rockwell"/>
              </a:rPr>
              <a:t>1</a:t>
            </a:r>
          </a:p>
        </p:txBody>
      </p:sp>
      <p:sp>
        <p:nvSpPr>
          <p:cNvPr id="12" name="TextBox 11"/>
          <p:cNvSpPr txBox="1"/>
          <p:nvPr/>
        </p:nvSpPr>
        <p:spPr>
          <a:xfrm>
            <a:off x="1508760" y="2052828"/>
            <a:ext cx="4160520" cy="904240"/>
          </a:xfrm>
          <a:prstGeom prst="rect">
            <a:avLst/>
          </a:prstGeom>
          <a:noFill/>
        </p:spPr>
        <p:txBody>
          <a:bodyPr wrap="square" anchor="t" lIns="45720" rIns="45720" tIns="0" bIns="0">
            <a:spAutoFit/>
          </a:bodyPr>
          <a:lstStyle/>
          <a:p>
            <a:pPr algn="l">
              <a:lnSpc>
                <a:spcPct val="95000"/>
              </a:lnSpc>
              <a:spcAft>
                <a:spcPts val="800"/>
              </a:spcAft>
            </a:pPr>
            <a:r>
              <a:rPr sz="2600" b="1">
                <a:solidFill>
                  <a:srgbClr val="1B1A17"/>
                </a:solidFill>
                <a:latin typeface="Verdana"/>
              </a:rPr>
              <a:t>Thelani inkomishi eyodwa kokubili</a:t>
            </a:r>
          </a:p>
        </p:txBody>
      </p:sp>
      <p:sp>
        <p:nvSpPr>
          <p:cNvPr id="13" name="Oval 12"/>
          <p:cNvSpPr/>
          <p:nvPr/>
        </p:nvSpPr>
        <p:spPr>
          <a:xfrm>
            <a:off x="731520" y="3002788"/>
            <a:ext cx="566928" cy="566928"/>
          </a:xfrm>
          <a:prstGeom prst="ellipse">
            <a:avLst/>
          </a:prstGeom>
          <a:solidFill>
            <a:srgbClr val="B24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002788"/>
            <a:ext cx="566928" cy="566928"/>
          </a:xfrm>
          <a:prstGeom prst="rect">
            <a:avLst/>
          </a:prstGeom>
          <a:noFill/>
        </p:spPr>
        <p:txBody>
          <a:bodyPr wrap="square" anchor="ctr" lIns="45720" rIns="45720" tIns="0" bIns="0">
            <a:spAutoFit/>
          </a:bodyPr>
          <a:lstStyle/>
          <a:p>
            <a:pPr algn="ctr">
              <a:spcAft>
                <a:spcPts val="800"/>
              </a:spcAft>
            </a:pPr>
            <a:r>
              <a:rPr sz="2200" b="1">
                <a:solidFill>
                  <a:srgbClr val="FFFFFF"/>
                </a:solidFill>
                <a:latin typeface="Rockwell"/>
              </a:rPr>
              <a:t>2</a:t>
            </a:r>
          </a:p>
        </p:txBody>
      </p:sp>
      <p:sp>
        <p:nvSpPr>
          <p:cNvPr id="15" name="TextBox 14"/>
          <p:cNvSpPr txBox="1"/>
          <p:nvPr/>
        </p:nvSpPr>
        <p:spPr>
          <a:xfrm>
            <a:off x="1508760" y="3048508"/>
            <a:ext cx="4160520" cy="621792"/>
          </a:xfrm>
          <a:prstGeom prst="rect">
            <a:avLst/>
          </a:prstGeom>
          <a:noFill/>
        </p:spPr>
        <p:txBody>
          <a:bodyPr wrap="square" anchor="t" lIns="45720" rIns="45720" tIns="0" bIns="0">
            <a:spAutoFit/>
          </a:bodyPr>
          <a:lstStyle/>
          <a:p>
            <a:pPr algn="l">
              <a:lnSpc>
                <a:spcPct val="95000"/>
              </a:lnSpc>
              <a:spcAft>
                <a:spcPts val="800"/>
              </a:spcAft>
            </a:pPr>
            <a:r>
              <a:rPr sz="2600" b="1">
                <a:solidFill>
                  <a:srgbClr val="1B1A17"/>
                </a:solidFill>
                <a:latin typeface="Verdana"/>
              </a:rPr>
              <a:t>Amanzi aye kuphi?</a:t>
            </a:r>
          </a:p>
        </p:txBody>
      </p:sp>
      <p:sp>
        <p:nvSpPr>
          <p:cNvPr id="16" name="Rectangle 15"/>
          <p:cNvSpPr/>
          <p:nvPr/>
        </p:nvSpPr>
        <p:spPr>
          <a:xfrm>
            <a:off x="5989320" y="1915668"/>
            <a:ext cx="5608320" cy="4027932"/>
          </a:xfrm>
          <a:prstGeom prst="rect">
            <a:avLst/>
          </a:prstGeom>
          <a:solidFill>
            <a:srgbClr val="F8F4EB"/>
          </a:solidFill>
          <a:ln w="50800">
            <a:solidFill>
              <a:srgbClr val="1B1A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382000" y="2969514"/>
            <a:ext cx="822960" cy="822960"/>
          </a:xfrm>
          <a:prstGeom prst="ellipse">
            <a:avLst/>
          </a:prstGeom>
          <a:noFill/>
          <a:ln w="25400">
            <a:solidFill>
              <a:srgbClr val="CA88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82000" y="2969514"/>
            <a:ext cx="822960" cy="822960"/>
          </a:xfrm>
          <a:prstGeom prst="rect">
            <a:avLst/>
          </a:prstGeom>
          <a:noFill/>
        </p:spPr>
        <p:txBody>
          <a:bodyPr wrap="square" anchor="ctr" lIns="45720" rIns="45720" tIns="0" bIns="0">
            <a:spAutoFit/>
          </a:bodyPr>
          <a:lstStyle/>
          <a:p>
            <a:pPr algn="ctr">
              <a:spcAft>
                <a:spcPts val="800"/>
              </a:spcAft>
            </a:pPr>
            <a:r>
              <a:rPr sz="2600" b="0">
                <a:solidFill>
                  <a:srgbClr val="C06F51"/>
                </a:solidFill>
                <a:latin typeface="Verdana"/>
              </a:rPr>
              <a:t>▶</a:t>
            </a:r>
          </a:p>
        </p:txBody>
      </p:sp>
      <p:sp>
        <p:nvSpPr>
          <p:cNvPr id="19" name="TextBox 18"/>
          <p:cNvSpPr txBox="1"/>
          <p:nvPr/>
        </p:nvSpPr>
        <p:spPr>
          <a:xfrm>
            <a:off x="6373368" y="3975354"/>
            <a:ext cx="4840224" cy="822960"/>
          </a:xfrm>
          <a:prstGeom prst="rect">
            <a:avLst/>
          </a:prstGeom>
          <a:noFill/>
        </p:spPr>
        <p:txBody>
          <a:bodyPr wrap="square" anchor="t" lIns="45720" rIns="45720" tIns="0" bIns="0">
            <a:spAutoFit/>
          </a:bodyPr>
          <a:lstStyle/>
          <a:p>
            <a:pPr algn="ctr">
              <a:spcAft>
                <a:spcPts val="800"/>
              </a:spcAft>
            </a:pPr>
            <a:r>
              <a:rPr sz="2000" b="1">
                <a:solidFill>
                  <a:srgbClr val="3C3B37"/>
                </a:solidFill>
                <a:latin typeface="Rockwell"/>
              </a:rPr>
              <a:t>Two gardens through a dry season</a:t>
            </a:r>
          </a:p>
        </p:txBody>
      </p:sp>
      <p:sp>
        <p:nvSpPr>
          <p:cNvPr id="20" name="TextBox 19"/>
          <p:cNvSpPr txBox="1"/>
          <p:nvPr/>
        </p:nvSpPr>
        <p:spPr>
          <a:xfrm>
            <a:off x="6373368" y="5376672"/>
            <a:ext cx="4840224" cy="274320"/>
          </a:xfrm>
          <a:prstGeom prst="rect">
            <a:avLst/>
          </a:prstGeom>
          <a:noFill/>
        </p:spPr>
        <p:txBody>
          <a:bodyPr wrap="square" anchor="t" lIns="45720" rIns="45720" tIns="0" bIns="0">
            <a:spAutoFit/>
          </a:bodyPr>
          <a:lstStyle/>
          <a:p>
            <a:pPr algn="ctr">
              <a:spcAft>
                <a:spcPts val="800"/>
              </a:spcAft>
            </a:pPr>
            <a:r>
              <a:rPr sz="1000" b="0">
                <a:solidFill>
                  <a:srgbClr val="7A766B"/>
                </a:solidFill>
                <a:latin typeface="Verdana"/>
              </a:rPr>
              <a:t>IVIDIYO · F-ANI-03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EFE6D2"/>
        </a:solidFill>
        <a:effectLst/>
      </p:bgPr>
    </p:bg>
    <p:spTree>
      <p:nvGrpSpPr>
        <p:cNvPr id="1" name=""/>
        <p:cNvGrpSpPr/>
        <p:nvPr/>
      </p:nvGrpSpPr>
      <p:grpSpPr/>
      <p:sp>
        <p:nvSpPr>
          <p:cNvPr id="2" name="Rectangle 1"/>
          <p:cNvSpPr/>
          <p:nvPr/>
        </p:nvSpPr>
        <p:spPr>
          <a:xfrm>
            <a:off x="201168" y="201168"/>
            <a:ext cx="11789664" cy="6455664"/>
          </a:xfrm>
          <a:prstGeom prst="rect">
            <a:avLst/>
          </a:prstGeom>
          <a:noFill/>
          <a:ln w="19050">
            <a:solidFill>
              <a:srgbClr val="1B1A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94360" y="6272784"/>
            <a:ext cx="1316228" cy="266700"/>
          </a:xfrm>
          <a:prstGeom prst="roundRect">
            <a:avLst>
              <a:gd name="adj" fmla="val 50000"/>
            </a:avLst>
          </a:prstGeom>
          <a:noFill/>
          <a:ln w="15875">
            <a:solidFill>
              <a:srgbClr val="2F5D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6272784"/>
            <a:ext cx="1316228" cy="266700"/>
          </a:xfrm>
          <a:prstGeom prst="rect">
            <a:avLst/>
          </a:prstGeom>
          <a:noFill/>
        </p:spPr>
        <p:txBody>
          <a:bodyPr wrap="square" anchor="ctr" lIns="45720" rIns="45720" tIns="0" bIns="0">
            <a:spAutoFit/>
          </a:bodyPr>
          <a:lstStyle/>
          <a:p>
            <a:pPr algn="ctr">
              <a:spcAft>
                <a:spcPts val="800"/>
              </a:spcAft>
            </a:pPr>
            <a:r>
              <a:rPr sz="1000" b="1">
                <a:solidFill>
                  <a:srgbClr val="2F5D34"/>
                </a:solidFill>
                <a:latin typeface="Verdana"/>
              </a:rPr>
              <a:t>IPHOSTA F-P03</a:t>
            </a:r>
          </a:p>
        </p:txBody>
      </p:sp>
      <p:sp>
        <p:nvSpPr>
          <p:cNvPr id="5" name="TextBox 4"/>
          <p:cNvSpPr txBox="1"/>
          <p:nvPr/>
        </p:nvSpPr>
        <p:spPr>
          <a:xfrm>
            <a:off x="2047748" y="6291072"/>
            <a:ext cx="5486400" cy="274320"/>
          </a:xfrm>
          <a:prstGeom prst="rect">
            <a:avLst/>
          </a:prstGeom>
          <a:noFill/>
        </p:spPr>
        <p:txBody>
          <a:bodyPr wrap="square" anchor="ctr" lIns="45720" rIns="45720" tIns="0" bIns="0">
            <a:spAutoFit/>
          </a:bodyPr>
          <a:lstStyle/>
          <a:p>
            <a:pPr algn="l">
              <a:spcAft>
                <a:spcPts val="800"/>
              </a:spcAft>
            </a:pPr>
            <a:r>
              <a:rPr sz="1000" b="0">
                <a:solidFill>
                  <a:srgbClr val="7A766B"/>
                </a:solidFill>
                <a:latin typeface="Verdana"/>
              </a:rPr>
              <a:t>Grow Food, Grow Strong  ·  F-D1-09</a:t>
            </a:r>
          </a:p>
        </p:txBody>
      </p:sp>
      <p:sp>
        <p:nvSpPr>
          <p:cNvPr id="6" name="TextBox 5"/>
          <p:cNvSpPr txBox="1"/>
          <p:nvPr/>
        </p:nvSpPr>
        <p:spPr>
          <a:xfrm>
            <a:off x="9768840" y="6291072"/>
            <a:ext cx="1828800" cy="274320"/>
          </a:xfrm>
          <a:prstGeom prst="rect">
            <a:avLst/>
          </a:prstGeom>
          <a:noFill/>
        </p:spPr>
        <p:txBody>
          <a:bodyPr wrap="square" anchor="ctr" lIns="45720" rIns="45720" tIns="0" bIns="0">
            <a:spAutoFit/>
          </a:bodyPr>
          <a:lstStyle/>
          <a:p>
            <a:pPr algn="r">
              <a:spcAft>
                <a:spcPts val="800"/>
              </a:spcAft>
            </a:pPr>
            <a:r>
              <a:rPr sz="1000" b="0">
                <a:solidFill>
                  <a:srgbClr val="7A766B"/>
                </a:solidFill>
                <a:latin typeface="Verdana"/>
              </a:rPr>
              <a:t>9 / 18</a:t>
            </a:r>
          </a:p>
        </p:txBody>
      </p:sp>
      <p:sp>
        <p:nvSpPr>
          <p:cNvPr id="7" name="TextBox 6"/>
          <p:cNvSpPr txBox="1"/>
          <p:nvPr/>
        </p:nvSpPr>
        <p:spPr>
          <a:xfrm>
            <a:off x="594360" y="457200"/>
            <a:ext cx="8229600" cy="320040"/>
          </a:xfrm>
          <a:prstGeom prst="rect">
            <a:avLst/>
          </a:prstGeom>
          <a:noFill/>
        </p:spPr>
        <p:txBody>
          <a:bodyPr wrap="square" anchor="t" lIns="45720" rIns="45720" tIns="0" bIns="0">
            <a:spAutoFit/>
          </a:bodyPr>
          <a:lstStyle/>
          <a:p>
            <a:pPr algn="l">
              <a:spcAft>
                <a:spcPts val="800"/>
              </a:spcAft>
            </a:pPr>
            <a:r>
              <a:rPr sz="1300" b="1">
                <a:solidFill>
                  <a:srgbClr val="B24E2A"/>
                </a:solidFill>
                <a:latin typeface="Verdana"/>
              </a:rPr>
              <a:t>USUKU 1</a:t>
            </a:r>
          </a:p>
        </p:txBody>
      </p:sp>
      <p:sp>
        <p:nvSpPr>
          <p:cNvPr id="8" name="TextBox 7"/>
          <p:cNvSpPr txBox="1"/>
          <p:nvPr/>
        </p:nvSpPr>
        <p:spPr>
          <a:xfrm>
            <a:off x="594360" y="804672"/>
            <a:ext cx="11003280" cy="624840"/>
          </a:xfrm>
          <a:prstGeom prst="rect">
            <a:avLst/>
          </a:prstGeom>
          <a:noFill/>
        </p:spPr>
        <p:txBody>
          <a:bodyPr wrap="square" anchor="t" lIns="45720" rIns="45720" tIns="0" bIns="0">
            <a:spAutoFit/>
          </a:bodyPr>
          <a:lstStyle/>
          <a:p>
            <a:pPr algn="l">
              <a:lnSpc>
                <a:spcPct val="95000"/>
              </a:lnSpc>
              <a:spcAft>
                <a:spcPts val="800"/>
              </a:spcAft>
            </a:pPr>
            <a:r>
              <a:rPr sz="4000" b="1">
                <a:solidFill>
                  <a:srgbClr val="1B1A17"/>
                </a:solidFill>
                <a:latin typeface="Rockwell"/>
              </a:rPr>
              <a:t>Ukulima nemvelo</a:t>
            </a:r>
          </a:p>
        </p:txBody>
      </p:sp>
      <p:sp>
        <p:nvSpPr>
          <p:cNvPr id="9" name="Rectangle 8"/>
          <p:cNvSpPr/>
          <p:nvPr/>
        </p:nvSpPr>
        <p:spPr>
          <a:xfrm>
            <a:off x="640080" y="1539240"/>
            <a:ext cx="1097280" cy="91440"/>
          </a:xfrm>
          <a:prstGeom prst="rect">
            <a:avLst/>
          </a:prstGeom>
          <a:solidFill>
            <a:srgbClr val="B24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905000"/>
            <a:ext cx="5074920" cy="4084320"/>
          </a:xfrm>
          <a:prstGeom prst="rect">
            <a:avLst/>
          </a:prstGeom>
          <a:noFill/>
        </p:spPr>
        <p:txBody>
          <a:bodyPr wrap="square" anchor="t" lIns="45720" rIns="45720" tIns="0" bIns="0">
            <a:spAutoFit/>
          </a:bodyPr>
          <a:lstStyle/>
          <a:p>
            <a:pPr algn="l" marL="412750" indent="-412750">
              <a:spcAft>
                <a:spcPts val="1800"/>
              </a:spcAft>
            </a:pPr>
            <a:r>
              <a:rPr sz="2600" b="1">
                <a:solidFill>
                  <a:srgbClr val="B24E2A"/>
                </a:solidFill>
                <a:latin typeface="Verdana"/>
              </a:rPr>
              <a:t>■  </a:t>
            </a:r>
            <a:r>
              <a:rPr sz="2600" b="0">
                <a:solidFill>
                  <a:srgbClr val="1B1A17"/>
                </a:solidFill>
                <a:latin typeface="Verdana"/>
              </a:rPr>
              <a:t>Inhlabathi ihlale imbozwe</a:t>
            </a:r>
          </a:p>
          <a:p>
            <a:pPr algn="l" marL="412750" indent="-412750">
              <a:spcAft>
                <a:spcPts val="1800"/>
              </a:spcAft>
            </a:pPr>
            <a:r>
              <a:rPr sz="2600" b="1">
                <a:solidFill>
                  <a:srgbClr val="B24E2A"/>
                </a:solidFill>
                <a:latin typeface="Verdana"/>
              </a:rPr>
              <a:t>■  </a:t>
            </a:r>
            <a:r>
              <a:rPr sz="2600" b="0">
                <a:solidFill>
                  <a:srgbClr val="1B1A17"/>
                </a:solidFill>
                <a:latin typeface="Verdana"/>
              </a:rPr>
              <a:t>Izitshalo eziningi ndawonye</a:t>
            </a:r>
          </a:p>
          <a:p>
            <a:pPr algn="l" marL="412750" indent="-412750">
              <a:spcAft>
                <a:spcPts val="1800"/>
              </a:spcAft>
            </a:pPr>
            <a:r>
              <a:rPr sz="2600" b="1">
                <a:solidFill>
                  <a:srgbClr val="B24E2A"/>
                </a:solidFill>
                <a:latin typeface="Verdana"/>
              </a:rPr>
              <a:t>■  </a:t>
            </a:r>
            <a:r>
              <a:rPr sz="2600" b="0">
                <a:solidFill>
                  <a:srgbClr val="1B1A17"/>
                </a:solidFill>
                <a:latin typeface="Verdana"/>
              </a:rPr>
              <a:t>Amanzi ahamba kancane · akukho okumoshwayo</a:t>
            </a:r>
          </a:p>
        </p:txBody>
      </p:sp>
      <p:sp>
        <p:nvSpPr>
          <p:cNvPr id="11" name="Rectangle 10"/>
          <p:cNvSpPr/>
          <p:nvPr/>
        </p:nvSpPr>
        <p:spPr>
          <a:xfrm>
            <a:off x="5989320" y="1813560"/>
            <a:ext cx="5608320" cy="4130040"/>
          </a:xfrm>
          <a:prstGeom prst="rect">
            <a:avLst/>
          </a:prstGeom>
          <a:solidFill>
            <a:srgbClr val="F8F4EB"/>
          </a:solidFill>
          <a:ln w="50800">
            <a:solidFill>
              <a:srgbClr val="1B1A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382000" y="2918460"/>
            <a:ext cx="822960" cy="822960"/>
          </a:xfrm>
          <a:prstGeom prst="ellipse">
            <a:avLst/>
          </a:prstGeom>
          <a:noFill/>
          <a:ln w="25400">
            <a:solidFill>
              <a:srgbClr val="CA88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82000" y="2918460"/>
            <a:ext cx="822960" cy="822960"/>
          </a:xfrm>
          <a:prstGeom prst="rect">
            <a:avLst/>
          </a:prstGeom>
          <a:noFill/>
        </p:spPr>
        <p:txBody>
          <a:bodyPr wrap="square" anchor="ctr" lIns="45720" rIns="45720" tIns="0" bIns="0">
            <a:spAutoFit/>
          </a:bodyPr>
          <a:lstStyle/>
          <a:p>
            <a:pPr algn="ctr">
              <a:spcAft>
                <a:spcPts val="800"/>
              </a:spcAft>
            </a:pPr>
            <a:r>
              <a:rPr sz="2600" b="0">
                <a:solidFill>
                  <a:srgbClr val="C06F51"/>
                </a:solidFill>
                <a:latin typeface="Verdana"/>
              </a:rPr>
              <a:t>▶</a:t>
            </a:r>
          </a:p>
        </p:txBody>
      </p:sp>
      <p:sp>
        <p:nvSpPr>
          <p:cNvPr id="14" name="TextBox 13"/>
          <p:cNvSpPr txBox="1"/>
          <p:nvPr/>
        </p:nvSpPr>
        <p:spPr>
          <a:xfrm>
            <a:off x="6373368" y="3924300"/>
            <a:ext cx="4840224" cy="822960"/>
          </a:xfrm>
          <a:prstGeom prst="rect">
            <a:avLst/>
          </a:prstGeom>
          <a:noFill/>
        </p:spPr>
        <p:txBody>
          <a:bodyPr wrap="square" anchor="t" lIns="45720" rIns="45720" tIns="0" bIns="0">
            <a:spAutoFit/>
          </a:bodyPr>
          <a:lstStyle/>
          <a:p>
            <a:pPr algn="ctr">
              <a:spcAft>
                <a:spcPts val="800"/>
              </a:spcAft>
            </a:pPr>
            <a:r>
              <a:rPr sz="2000" b="1">
                <a:solidFill>
                  <a:srgbClr val="3C3B37"/>
                </a:solidFill>
                <a:latin typeface="Rockwell"/>
              </a:rPr>
              <a:t>Diversity</a:t>
            </a:r>
          </a:p>
        </p:txBody>
      </p:sp>
      <p:sp>
        <p:nvSpPr>
          <p:cNvPr id="15" name="TextBox 14"/>
          <p:cNvSpPr txBox="1"/>
          <p:nvPr/>
        </p:nvSpPr>
        <p:spPr>
          <a:xfrm>
            <a:off x="6373368" y="5376672"/>
            <a:ext cx="4840224" cy="274320"/>
          </a:xfrm>
          <a:prstGeom prst="rect">
            <a:avLst/>
          </a:prstGeom>
          <a:noFill/>
        </p:spPr>
        <p:txBody>
          <a:bodyPr wrap="square" anchor="t" lIns="45720" rIns="45720" tIns="0" bIns="0">
            <a:spAutoFit/>
          </a:bodyPr>
          <a:lstStyle/>
          <a:p>
            <a:pPr algn="ctr">
              <a:spcAft>
                <a:spcPts val="800"/>
              </a:spcAft>
            </a:pPr>
            <a:r>
              <a:rPr sz="1000" b="0">
                <a:solidFill>
                  <a:srgbClr val="7A766B"/>
                </a:solidFill>
                <a:latin typeface="Verdana"/>
              </a:rPr>
              <a:t>IVIDIYO · F-ANI-02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EFE6D2"/>
        </a:solidFill>
        <a:effectLst/>
      </p:bgPr>
    </p:bg>
    <p:spTree>
      <p:nvGrpSpPr>
        <p:cNvPr id="1" name=""/>
        <p:cNvGrpSpPr/>
        <p:nvPr/>
      </p:nvGrpSpPr>
      <p:grpSpPr/>
      <p:sp>
        <p:nvSpPr>
          <p:cNvPr id="2" name="Rectangle 1"/>
          <p:cNvSpPr/>
          <p:nvPr/>
        </p:nvSpPr>
        <p:spPr>
          <a:xfrm>
            <a:off x="201168" y="201168"/>
            <a:ext cx="11789664" cy="6455664"/>
          </a:xfrm>
          <a:prstGeom prst="rect">
            <a:avLst/>
          </a:prstGeom>
          <a:noFill/>
          <a:ln w="19050">
            <a:solidFill>
              <a:srgbClr val="1B1A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94360" y="6272784"/>
            <a:ext cx="1316228" cy="266700"/>
          </a:xfrm>
          <a:prstGeom prst="roundRect">
            <a:avLst>
              <a:gd name="adj" fmla="val 50000"/>
            </a:avLst>
          </a:prstGeom>
          <a:noFill/>
          <a:ln w="15875">
            <a:solidFill>
              <a:srgbClr val="2F5D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6272784"/>
            <a:ext cx="1316228" cy="266700"/>
          </a:xfrm>
          <a:prstGeom prst="rect">
            <a:avLst/>
          </a:prstGeom>
          <a:noFill/>
        </p:spPr>
        <p:txBody>
          <a:bodyPr wrap="square" anchor="ctr" lIns="45720" rIns="45720" tIns="0" bIns="0">
            <a:spAutoFit/>
          </a:bodyPr>
          <a:lstStyle/>
          <a:p>
            <a:pPr algn="ctr">
              <a:spcAft>
                <a:spcPts val="800"/>
              </a:spcAft>
            </a:pPr>
            <a:r>
              <a:rPr sz="1000" b="1">
                <a:solidFill>
                  <a:srgbClr val="2F5D34"/>
                </a:solidFill>
                <a:latin typeface="Verdana"/>
              </a:rPr>
              <a:t>IPHOSTA F-P04</a:t>
            </a:r>
          </a:p>
        </p:txBody>
      </p:sp>
      <p:sp>
        <p:nvSpPr>
          <p:cNvPr id="5" name="TextBox 4"/>
          <p:cNvSpPr txBox="1"/>
          <p:nvPr/>
        </p:nvSpPr>
        <p:spPr>
          <a:xfrm>
            <a:off x="2047748" y="6291072"/>
            <a:ext cx="5486400" cy="274320"/>
          </a:xfrm>
          <a:prstGeom prst="rect">
            <a:avLst/>
          </a:prstGeom>
          <a:noFill/>
        </p:spPr>
        <p:txBody>
          <a:bodyPr wrap="square" anchor="ctr" lIns="45720" rIns="45720" tIns="0" bIns="0">
            <a:spAutoFit/>
          </a:bodyPr>
          <a:lstStyle/>
          <a:p>
            <a:pPr algn="l">
              <a:spcAft>
                <a:spcPts val="800"/>
              </a:spcAft>
            </a:pPr>
            <a:r>
              <a:rPr sz="1000" b="0">
                <a:solidFill>
                  <a:srgbClr val="7A766B"/>
                </a:solidFill>
                <a:latin typeface="Verdana"/>
              </a:rPr>
              <a:t>Grow Food, Grow Strong  ·  F-D1-10</a:t>
            </a:r>
          </a:p>
        </p:txBody>
      </p:sp>
      <p:sp>
        <p:nvSpPr>
          <p:cNvPr id="6" name="TextBox 5"/>
          <p:cNvSpPr txBox="1"/>
          <p:nvPr/>
        </p:nvSpPr>
        <p:spPr>
          <a:xfrm>
            <a:off x="9768840" y="6291072"/>
            <a:ext cx="1828800" cy="274320"/>
          </a:xfrm>
          <a:prstGeom prst="rect">
            <a:avLst/>
          </a:prstGeom>
          <a:noFill/>
        </p:spPr>
        <p:txBody>
          <a:bodyPr wrap="square" anchor="ctr" lIns="45720" rIns="45720" tIns="0" bIns="0">
            <a:spAutoFit/>
          </a:bodyPr>
          <a:lstStyle/>
          <a:p>
            <a:pPr algn="r">
              <a:spcAft>
                <a:spcPts val="800"/>
              </a:spcAft>
            </a:pPr>
            <a:r>
              <a:rPr sz="1000" b="0">
                <a:solidFill>
                  <a:srgbClr val="7A766B"/>
                </a:solidFill>
                <a:latin typeface="Verdana"/>
              </a:rPr>
              <a:t>10 / 18</a:t>
            </a:r>
          </a:p>
        </p:txBody>
      </p:sp>
      <p:sp>
        <p:nvSpPr>
          <p:cNvPr id="7" name="TextBox 6"/>
          <p:cNvSpPr txBox="1"/>
          <p:nvPr/>
        </p:nvSpPr>
        <p:spPr>
          <a:xfrm>
            <a:off x="594360" y="457200"/>
            <a:ext cx="8229600" cy="320040"/>
          </a:xfrm>
          <a:prstGeom prst="rect">
            <a:avLst/>
          </a:prstGeom>
          <a:noFill/>
        </p:spPr>
        <p:txBody>
          <a:bodyPr wrap="square" anchor="t" lIns="45720" rIns="45720" tIns="0" bIns="0">
            <a:spAutoFit/>
          </a:bodyPr>
          <a:lstStyle/>
          <a:p>
            <a:pPr algn="l">
              <a:spcAft>
                <a:spcPts val="800"/>
              </a:spcAft>
            </a:pPr>
            <a:r>
              <a:rPr sz="1300" b="1">
                <a:solidFill>
                  <a:srgbClr val="B24E2A"/>
                </a:solidFill>
                <a:latin typeface="Verdana"/>
              </a:rPr>
              <a:t>USUKU 1</a:t>
            </a:r>
          </a:p>
        </p:txBody>
      </p:sp>
      <p:sp>
        <p:nvSpPr>
          <p:cNvPr id="8" name="TextBox 7"/>
          <p:cNvSpPr txBox="1"/>
          <p:nvPr/>
        </p:nvSpPr>
        <p:spPr>
          <a:xfrm>
            <a:off x="594360" y="804672"/>
            <a:ext cx="11003280" cy="518160"/>
          </a:xfrm>
          <a:prstGeom prst="rect">
            <a:avLst/>
          </a:prstGeom>
          <a:noFill/>
        </p:spPr>
        <p:txBody>
          <a:bodyPr wrap="square" anchor="t" lIns="45720" rIns="45720" tIns="0" bIns="0">
            <a:spAutoFit/>
          </a:bodyPr>
          <a:lstStyle/>
          <a:p>
            <a:pPr algn="l">
              <a:lnSpc>
                <a:spcPct val="95000"/>
              </a:lnSpc>
              <a:spcAft>
                <a:spcPts val="800"/>
              </a:spcAft>
            </a:pPr>
            <a:r>
              <a:rPr sz="3200" b="1">
                <a:solidFill>
                  <a:srgbClr val="1B1A17"/>
                </a:solidFill>
                <a:latin typeface="Rockwell"/>
              </a:rPr>
              <a:t>Izindlela eziyisithupha zokulima nemvelo</a:t>
            </a:r>
          </a:p>
        </p:txBody>
      </p:sp>
      <p:sp>
        <p:nvSpPr>
          <p:cNvPr id="9" name="Rectangle 8"/>
          <p:cNvSpPr/>
          <p:nvPr/>
        </p:nvSpPr>
        <p:spPr>
          <a:xfrm>
            <a:off x="640080" y="1432560"/>
            <a:ext cx="1097280" cy="91440"/>
          </a:xfrm>
          <a:prstGeom prst="rect">
            <a:avLst/>
          </a:prstGeom>
          <a:solidFill>
            <a:srgbClr val="B24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798320"/>
            <a:ext cx="5074920" cy="4191000"/>
          </a:xfrm>
          <a:prstGeom prst="rect">
            <a:avLst/>
          </a:prstGeom>
          <a:noFill/>
        </p:spPr>
        <p:txBody>
          <a:bodyPr wrap="square" anchor="t" lIns="45720" rIns="45720" tIns="0" bIns="0">
            <a:spAutoFit/>
          </a:bodyPr>
          <a:lstStyle/>
          <a:p>
            <a:pPr algn="l" marL="412750" indent="-412750">
              <a:spcAft>
                <a:spcPts val="1800"/>
              </a:spcAft>
            </a:pPr>
            <a:r>
              <a:rPr sz="2600" b="1">
                <a:solidFill>
                  <a:srgbClr val="B24E2A"/>
                </a:solidFill>
                <a:latin typeface="Verdana"/>
              </a:rPr>
              <a:t>■  </a:t>
            </a:r>
            <a:r>
              <a:rPr sz="2600" b="0">
                <a:solidFill>
                  <a:srgbClr val="1B1A17"/>
                </a:solidFill>
                <a:latin typeface="Verdana"/>
              </a:rPr>
              <a:t>Qala ngokubuka · Bamba ugcine · Abasizi abaningi</a:t>
            </a:r>
          </a:p>
          <a:p>
            <a:pPr algn="l" marL="412750" indent="-412750">
              <a:spcAft>
                <a:spcPts val="1800"/>
              </a:spcAft>
            </a:pPr>
            <a:r>
              <a:rPr sz="2600" b="1">
                <a:solidFill>
                  <a:srgbClr val="B24E2A"/>
                </a:solidFill>
                <a:latin typeface="Verdana"/>
              </a:rPr>
              <a:t>■  </a:t>
            </a:r>
            <a:r>
              <a:rPr sz="2600" b="0">
                <a:solidFill>
                  <a:srgbClr val="1B1A17"/>
                </a:solidFill>
                <a:latin typeface="Verdana"/>
              </a:rPr>
              <a:t>Akukho okungumfucuza · Qala kancane · Sebenzisa imiphetho</a:t>
            </a:r>
          </a:p>
        </p:txBody>
      </p:sp>
      <p:sp>
        <p:nvSpPr>
          <p:cNvPr id="11" name="Rectangle 10"/>
          <p:cNvSpPr/>
          <p:nvPr/>
        </p:nvSpPr>
        <p:spPr>
          <a:xfrm>
            <a:off x="5989320" y="1706880"/>
            <a:ext cx="5608320" cy="4236720"/>
          </a:xfrm>
          <a:prstGeom prst="rect">
            <a:avLst/>
          </a:prstGeom>
          <a:solidFill>
            <a:srgbClr val="F8F4EB"/>
          </a:solidFill>
          <a:ln w="50800">
            <a:solidFill>
              <a:srgbClr val="1B1A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382000" y="2865120"/>
            <a:ext cx="822960" cy="822960"/>
          </a:xfrm>
          <a:prstGeom prst="rect">
            <a:avLst/>
          </a:prstGeom>
          <a:noFill/>
          <a:ln w="25400">
            <a:solidFill>
              <a:srgbClr val="CA88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82000" y="2865120"/>
            <a:ext cx="822960" cy="822960"/>
          </a:xfrm>
          <a:prstGeom prst="rect">
            <a:avLst/>
          </a:prstGeom>
          <a:noFill/>
        </p:spPr>
        <p:txBody>
          <a:bodyPr wrap="square" anchor="ctr" lIns="45720" rIns="45720" tIns="0" bIns="0">
            <a:spAutoFit/>
          </a:bodyPr>
          <a:lstStyle/>
          <a:p>
            <a:pPr algn="ctr">
              <a:spcAft>
                <a:spcPts val="800"/>
              </a:spcAft>
            </a:pPr>
            <a:r>
              <a:rPr sz="2600" b="0">
                <a:solidFill>
                  <a:srgbClr val="C06F51"/>
                </a:solidFill>
                <a:latin typeface="Verdana"/>
              </a:rPr>
              <a:t>✦</a:t>
            </a:r>
          </a:p>
        </p:txBody>
      </p:sp>
      <p:sp>
        <p:nvSpPr>
          <p:cNvPr id="14" name="TextBox 13"/>
          <p:cNvSpPr txBox="1"/>
          <p:nvPr/>
        </p:nvSpPr>
        <p:spPr>
          <a:xfrm>
            <a:off x="6373368" y="3870960"/>
            <a:ext cx="4840224" cy="822960"/>
          </a:xfrm>
          <a:prstGeom prst="rect">
            <a:avLst/>
          </a:prstGeom>
          <a:noFill/>
        </p:spPr>
        <p:txBody>
          <a:bodyPr wrap="square" anchor="t" lIns="45720" rIns="45720" tIns="0" bIns="0">
            <a:spAutoFit/>
          </a:bodyPr>
          <a:lstStyle/>
          <a:p>
            <a:pPr algn="ctr">
              <a:spcAft>
                <a:spcPts val="800"/>
              </a:spcAft>
            </a:pPr>
            <a:r>
              <a:rPr sz="2000" b="1">
                <a:solidFill>
                  <a:srgbClr val="3C3B37"/>
                </a:solidFill>
                <a:latin typeface="Rockwell"/>
              </a:rPr>
              <a:t>Artwork for F-P04 · Six garden principles</a:t>
            </a:r>
          </a:p>
        </p:txBody>
      </p:sp>
      <p:sp>
        <p:nvSpPr>
          <p:cNvPr id="15" name="TextBox 14"/>
          <p:cNvSpPr txBox="1"/>
          <p:nvPr/>
        </p:nvSpPr>
        <p:spPr>
          <a:xfrm>
            <a:off x="6373368" y="5376672"/>
            <a:ext cx="4840224" cy="274320"/>
          </a:xfrm>
          <a:prstGeom prst="rect">
            <a:avLst/>
          </a:prstGeom>
          <a:noFill/>
        </p:spPr>
        <p:txBody>
          <a:bodyPr wrap="square" anchor="t" lIns="45720" rIns="45720" tIns="0" bIns="0">
            <a:spAutoFit/>
          </a:bodyPr>
          <a:lstStyle/>
          <a:p>
            <a:pPr algn="ctr">
              <a:spcAft>
                <a:spcPts val="800"/>
              </a:spcAft>
            </a:pPr>
            <a:r>
              <a:rPr sz="1000" b="0">
                <a:solidFill>
                  <a:srgbClr val="7A766B"/>
                </a:solidFill>
                <a:latin typeface="Verdana"/>
              </a:rPr>
              <a:t>POSTER ART · F-P04-ART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EFE6D2"/>
        </a:solidFill>
        <a:effectLst/>
      </p:bgPr>
    </p:bg>
    <p:spTree>
      <p:nvGrpSpPr>
        <p:cNvPr id="1" name=""/>
        <p:cNvGrpSpPr/>
        <p:nvPr/>
      </p:nvGrpSpPr>
      <p:grpSpPr/>
      <p:sp>
        <p:nvSpPr>
          <p:cNvPr id="2" name="Rectangle 1"/>
          <p:cNvSpPr/>
          <p:nvPr/>
        </p:nvSpPr>
        <p:spPr>
          <a:xfrm>
            <a:off x="201168" y="201168"/>
            <a:ext cx="11789664" cy="6455664"/>
          </a:xfrm>
          <a:prstGeom prst="rect">
            <a:avLst/>
          </a:prstGeom>
          <a:noFill/>
          <a:ln w="19050">
            <a:solidFill>
              <a:srgbClr val="1B1A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74320" cy="6858000"/>
          </a:xfrm>
          <a:prstGeom prst="rect">
            <a:avLst/>
          </a:prstGeom>
          <a:solidFill>
            <a:srgbClr val="B24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6291072"/>
            <a:ext cx="5486400" cy="274320"/>
          </a:xfrm>
          <a:prstGeom prst="rect">
            <a:avLst/>
          </a:prstGeom>
          <a:noFill/>
        </p:spPr>
        <p:txBody>
          <a:bodyPr wrap="square" anchor="ctr" lIns="45720" rIns="45720" tIns="0" bIns="0">
            <a:spAutoFit/>
          </a:bodyPr>
          <a:lstStyle/>
          <a:p>
            <a:pPr algn="l">
              <a:spcAft>
                <a:spcPts val="800"/>
              </a:spcAft>
            </a:pPr>
            <a:r>
              <a:rPr sz="1000" b="0">
                <a:solidFill>
                  <a:srgbClr val="7A766B"/>
                </a:solidFill>
                <a:latin typeface="Verdana"/>
              </a:rPr>
              <a:t>Grow Food, Grow Strong  ·  F-D1-11</a:t>
            </a:r>
          </a:p>
        </p:txBody>
      </p:sp>
      <p:sp>
        <p:nvSpPr>
          <p:cNvPr id="5" name="TextBox 4"/>
          <p:cNvSpPr txBox="1"/>
          <p:nvPr/>
        </p:nvSpPr>
        <p:spPr>
          <a:xfrm>
            <a:off x="9768840" y="6291072"/>
            <a:ext cx="1828800" cy="274320"/>
          </a:xfrm>
          <a:prstGeom prst="rect">
            <a:avLst/>
          </a:prstGeom>
          <a:noFill/>
        </p:spPr>
        <p:txBody>
          <a:bodyPr wrap="square" anchor="ctr" lIns="45720" rIns="45720" tIns="0" bIns="0">
            <a:spAutoFit/>
          </a:bodyPr>
          <a:lstStyle/>
          <a:p>
            <a:pPr algn="r">
              <a:spcAft>
                <a:spcPts val="800"/>
              </a:spcAft>
            </a:pPr>
            <a:r>
              <a:rPr sz="1000" b="0">
                <a:solidFill>
                  <a:srgbClr val="7A766B"/>
                </a:solidFill>
                <a:latin typeface="Verdana"/>
              </a:rPr>
              <a:t>11 / 18</a:t>
            </a:r>
          </a:p>
        </p:txBody>
      </p:sp>
      <p:sp>
        <p:nvSpPr>
          <p:cNvPr id="6" name="Rounded Rectangle 5"/>
          <p:cNvSpPr/>
          <p:nvPr/>
        </p:nvSpPr>
        <p:spPr>
          <a:xfrm>
            <a:off x="731520" y="457200"/>
            <a:ext cx="1213866" cy="346710"/>
          </a:xfrm>
          <a:prstGeom prst="roundRect">
            <a:avLst>
              <a:gd name="adj" fmla="val 50000"/>
            </a:avLst>
          </a:prstGeom>
          <a:solidFill>
            <a:srgbClr val="B24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57200"/>
            <a:ext cx="1213866" cy="346710"/>
          </a:xfrm>
          <a:prstGeom prst="rect">
            <a:avLst/>
          </a:prstGeom>
          <a:noFill/>
        </p:spPr>
        <p:txBody>
          <a:bodyPr wrap="square" anchor="ctr" lIns="45720" rIns="45720" tIns="0" bIns="0">
            <a:spAutoFit/>
          </a:bodyPr>
          <a:lstStyle/>
          <a:p>
            <a:pPr algn="ctr">
              <a:spcAft>
                <a:spcPts val="800"/>
              </a:spcAft>
            </a:pPr>
            <a:r>
              <a:rPr sz="1300" b="1">
                <a:solidFill>
                  <a:srgbClr val="FFFFFF"/>
                </a:solidFill>
                <a:latin typeface="Verdana"/>
              </a:rPr>
              <a:t>SEBENZANI</a:t>
            </a:r>
          </a:p>
        </p:txBody>
      </p:sp>
      <p:sp>
        <p:nvSpPr>
          <p:cNvPr id="8" name="TextBox 7"/>
          <p:cNvSpPr txBox="1"/>
          <p:nvPr/>
        </p:nvSpPr>
        <p:spPr>
          <a:xfrm>
            <a:off x="731520" y="960120"/>
            <a:ext cx="10866120" cy="624840"/>
          </a:xfrm>
          <a:prstGeom prst="rect">
            <a:avLst/>
          </a:prstGeom>
          <a:noFill/>
        </p:spPr>
        <p:txBody>
          <a:bodyPr wrap="square" anchor="t" lIns="45720" rIns="45720" tIns="0" bIns="0">
            <a:spAutoFit/>
          </a:bodyPr>
          <a:lstStyle/>
          <a:p>
            <a:pPr algn="l">
              <a:lnSpc>
                <a:spcPct val="95000"/>
              </a:lnSpc>
              <a:spcAft>
                <a:spcPts val="800"/>
              </a:spcAft>
            </a:pPr>
            <a:r>
              <a:rPr sz="4000" b="1">
                <a:solidFill>
                  <a:srgbClr val="1B1A17"/>
                </a:solidFill>
                <a:latin typeface="Rockwell"/>
              </a:rPr>
              <a:t>Ukuzingela izithombe</a:t>
            </a:r>
          </a:p>
        </p:txBody>
      </p:sp>
      <p:sp>
        <p:nvSpPr>
          <p:cNvPr id="9" name="Rectangle 8"/>
          <p:cNvSpPr/>
          <p:nvPr/>
        </p:nvSpPr>
        <p:spPr>
          <a:xfrm>
            <a:off x="777240" y="1694688"/>
            <a:ext cx="1097280" cy="91440"/>
          </a:xfrm>
          <a:prstGeom prst="rect">
            <a:avLst/>
          </a:prstGeom>
          <a:solidFill>
            <a:srgbClr val="B24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31520" y="2060448"/>
            <a:ext cx="566928" cy="566928"/>
          </a:xfrm>
          <a:prstGeom prst="ellipse">
            <a:avLst/>
          </a:prstGeom>
          <a:solidFill>
            <a:srgbClr val="B24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060448"/>
            <a:ext cx="566928" cy="566928"/>
          </a:xfrm>
          <a:prstGeom prst="rect">
            <a:avLst/>
          </a:prstGeom>
          <a:noFill/>
        </p:spPr>
        <p:txBody>
          <a:bodyPr wrap="square" anchor="ctr" lIns="45720" rIns="45720" tIns="0" bIns="0">
            <a:spAutoFit/>
          </a:bodyPr>
          <a:lstStyle/>
          <a:p>
            <a:pPr algn="ctr">
              <a:spcAft>
                <a:spcPts val="800"/>
              </a:spcAft>
            </a:pPr>
            <a:r>
              <a:rPr sz="2200" b="1">
                <a:solidFill>
                  <a:srgbClr val="FFFFFF"/>
                </a:solidFill>
                <a:latin typeface="Rockwell"/>
              </a:rPr>
              <a:t>1</a:t>
            </a:r>
          </a:p>
        </p:txBody>
      </p:sp>
      <p:sp>
        <p:nvSpPr>
          <p:cNvPr id="12" name="TextBox 11"/>
          <p:cNvSpPr txBox="1"/>
          <p:nvPr/>
        </p:nvSpPr>
        <p:spPr>
          <a:xfrm>
            <a:off x="1508760" y="2106168"/>
            <a:ext cx="4160520" cy="904240"/>
          </a:xfrm>
          <a:prstGeom prst="rect">
            <a:avLst/>
          </a:prstGeom>
          <a:noFill/>
        </p:spPr>
        <p:txBody>
          <a:bodyPr wrap="square" anchor="t" lIns="45720" rIns="45720" tIns="0" bIns="0">
            <a:spAutoFit/>
          </a:bodyPr>
          <a:lstStyle/>
          <a:p>
            <a:pPr algn="l">
              <a:lnSpc>
                <a:spcPct val="95000"/>
              </a:lnSpc>
              <a:spcAft>
                <a:spcPts val="800"/>
              </a:spcAft>
            </a:pPr>
            <a:r>
              <a:rPr sz="2600" b="1">
                <a:solidFill>
                  <a:srgbClr val="1B1A17"/>
                </a:solidFill>
                <a:latin typeface="Verdana"/>
              </a:rPr>
              <a:t>Fanisani isithombe ngasinye nendlela</a:t>
            </a:r>
          </a:p>
        </p:txBody>
      </p:sp>
      <p:sp>
        <p:nvSpPr>
          <p:cNvPr id="13" name="Oval 12"/>
          <p:cNvSpPr/>
          <p:nvPr/>
        </p:nvSpPr>
        <p:spPr>
          <a:xfrm>
            <a:off x="731520" y="3056128"/>
            <a:ext cx="566928" cy="566928"/>
          </a:xfrm>
          <a:prstGeom prst="ellipse">
            <a:avLst/>
          </a:prstGeom>
          <a:solidFill>
            <a:srgbClr val="B24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056128"/>
            <a:ext cx="566928" cy="566928"/>
          </a:xfrm>
          <a:prstGeom prst="rect">
            <a:avLst/>
          </a:prstGeom>
          <a:noFill/>
        </p:spPr>
        <p:txBody>
          <a:bodyPr wrap="square" anchor="ctr" lIns="45720" rIns="45720" tIns="0" bIns="0">
            <a:spAutoFit/>
          </a:bodyPr>
          <a:lstStyle/>
          <a:p>
            <a:pPr algn="ctr">
              <a:spcAft>
                <a:spcPts val="800"/>
              </a:spcAft>
            </a:pPr>
            <a:r>
              <a:rPr sz="2200" b="1">
                <a:solidFill>
                  <a:srgbClr val="FFFFFF"/>
                </a:solidFill>
                <a:latin typeface="Rockwell"/>
              </a:rPr>
              <a:t>2</a:t>
            </a:r>
          </a:p>
        </p:txBody>
      </p:sp>
      <p:sp>
        <p:nvSpPr>
          <p:cNvPr id="15" name="TextBox 14"/>
          <p:cNvSpPr txBox="1"/>
          <p:nvPr/>
        </p:nvSpPr>
        <p:spPr>
          <a:xfrm>
            <a:off x="1508760" y="3101848"/>
            <a:ext cx="4160520" cy="904240"/>
          </a:xfrm>
          <a:prstGeom prst="rect">
            <a:avLst/>
          </a:prstGeom>
          <a:noFill/>
        </p:spPr>
        <p:txBody>
          <a:bodyPr wrap="square" anchor="t" lIns="45720" rIns="45720" tIns="0" bIns="0">
            <a:spAutoFit/>
          </a:bodyPr>
          <a:lstStyle/>
          <a:p>
            <a:pPr algn="l">
              <a:lnSpc>
                <a:spcPct val="95000"/>
              </a:lnSpc>
              <a:spcAft>
                <a:spcPts val="800"/>
              </a:spcAft>
            </a:pPr>
            <a:r>
              <a:rPr sz="2600" b="1">
                <a:solidFill>
                  <a:srgbClr val="1B1A17"/>
                </a:solidFill>
                <a:latin typeface="Verdana"/>
              </a:rPr>
              <a:t>Wonke umuntu abeke izithombe ezimbili</a:t>
            </a:r>
          </a:p>
        </p:txBody>
      </p:sp>
      <p:sp>
        <p:nvSpPr>
          <p:cNvPr id="16" name="Oval 15"/>
          <p:cNvSpPr/>
          <p:nvPr/>
        </p:nvSpPr>
        <p:spPr>
          <a:xfrm>
            <a:off x="731520" y="4051808"/>
            <a:ext cx="566928" cy="566928"/>
          </a:xfrm>
          <a:prstGeom prst="ellipse">
            <a:avLst/>
          </a:prstGeom>
          <a:solidFill>
            <a:srgbClr val="B24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051808"/>
            <a:ext cx="566928" cy="566928"/>
          </a:xfrm>
          <a:prstGeom prst="rect">
            <a:avLst/>
          </a:prstGeom>
          <a:noFill/>
        </p:spPr>
        <p:txBody>
          <a:bodyPr wrap="square" anchor="ctr" lIns="45720" rIns="45720" tIns="0" bIns="0">
            <a:spAutoFit/>
          </a:bodyPr>
          <a:lstStyle/>
          <a:p>
            <a:pPr algn="ctr">
              <a:spcAft>
                <a:spcPts val="800"/>
              </a:spcAft>
            </a:pPr>
            <a:r>
              <a:rPr sz="2200" b="1">
                <a:solidFill>
                  <a:srgbClr val="FFFFFF"/>
                </a:solidFill>
                <a:latin typeface="Rockwell"/>
              </a:rPr>
              <a:t>3</a:t>
            </a:r>
          </a:p>
        </p:txBody>
      </p:sp>
      <p:sp>
        <p:nvSpPr>
          <p:cNvPr id="18" name="TextBox 17"/>
          <p:cNvSpPr txBox="1"/>
          <p:nvPr/>
        </p:nvSpPr>
        <p:spPr>
          <a:xfrm>
            <a:off x="1508760" y="4097528"/>
            <a:ext cx="4160520" cy="1274064"/>
          </a:xfrm>
          <a:prstGeom prst="rect">
            <a:avLst/>
          </a:prstGeom>
          <a:noFill/>
        </p:spPr>
        <p:txBody>
          <a:bodyPr wrap="square" anchor="t" lIns="45720" rIns="45720" tIns="0" bIns="0">
            <a:spAutoFit/>
          </a:bodyPr>
          <a:lstStyle/>
          <a:p>
            <a:pPr algn="l">
              <a:lnSpc>
                <a:spcPct val="95000"/>
              </a:lnSpc>
              <a:spcAft>
                <a:spcPts val="800"/>
              </a:spcAft>
            </a:pPr>
            <a:r>
              <a:rPr sz="2600" b="1">
                <a:solidFill>
                  <a:srgbClr val="1B1A17"/>
                </a:solidFill>
                <a:latin typeface="Verdana"/>
              </a:rPr>
              <a:t>Imizuzu engu-20, bese nizungeza nibuka</a:t>
            </a:r>
          </a:p>
        </p:txBody>
      </p:sp>
      <p:sp>
        <p:nvSpPr>
          <p:cNvPr id="19" name="Rectangle 18"/>
          <p:cNvSpPr/>
          <p:nvPr/>
        </p:nvSpPr>
        <p:spPr>
          <a:xfrm>
            <a:off x="5989320" y="1969008"/>
            <a:ext cx="5608320" cy="3974592"/>
          </a:xfrm>
          <a:prstGeom prst="rect">
            <a:avLst/>
          </a:prstGeom>
          <a:solidFill>
            <a:srgbClr val="F8F4EB"/>
          </a:solidFill>
          <a:ln w="50800">
            <a:solidFill>
              <a:srgbClr val="1B1A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382000" y="2996184"/>
            <a:ext cx="822960" cy="822960"/>
          </a:xfrm>
          <a:prstGeom prst="rect">
            <a:avLst/>
          </a:prstGeom>
          <a:noFill/>
          <a:ln w="25400">
            <a:solidFill>
              <a:srgbClr val="CA88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82000" y="2996184"/>
            <a:ext cx="822960" cy="822960"/>
          </a:xfrm>
          <a:prstGeom prst="rect">
            <a:avLst/>
          </a:prstGeom>
          <a:noFill/>
        </p:spPr>
        <p:txBody>
          <a:bodyPr wrap="square" anchor="ctr" lIns="45720" rIns="45720" tIns="0" bIns="0">
            <a:spAutoFit/>
          </a:bodyPr>
          <a:lstStyle/>
          <a:p>
            <a:pPr algn="ctr">
              <a:spcAft>
                <a:spcPts val="800"/>
              </a:spcAft>
            </a:pPr>
            <a:r>
              <a:rPr sz="2600" b="0">
                <a:solidFill>
                  <a:srgbClr val="C06F51"/>
                </a:solidFill>
                <a:latin typeface="Verdana"/>
              </a:rPr>
              <a:t>✦</a:t>
            </a:r>
          </a:p>
        </p:txBody>
      </p:sp>
      <p:sp>
        <p:nvSpPr>
          <p:cNvPr id="22" name="TextBox 21"/>
          <p:cNvSpPr txBox="1"/>
          <p:nvPr/>
        </p:nvSpPr>
        <p:spPr>
          <a:xfrm>
            <a:off x="6373368" y="4002024"/>
            <a:ext cx="4840224" cy="822960"/>
          </a:xfrm>
          <a:prstGeom prst="rect">
            <a:avLst/>
          </a:prstGeom>
          <a:noFill/>
        </p:spPr>
        <p:txBody>
          <a:bodyPr wrap="square" anchor="t" lIns="45720" rIns="45720" tIns="0" bIns="0">
            <a:spAutoFit/>
          </a:bodyPr>
          <a:lstStyle/>
          <a:p>
            <a:pPr algn="ctr">
              <a:spcAft>
                <a:spcPts val="800"/>
              </a:spcAft>
            </a:pPr>
            <a:r>
              <a:rPr sz="2000" b="1">
                <a:solidFill>
                  <a:srgbClr val="3C3B37"/>
                </a:solidFill>
                <a:latin typeface="Rockwell"/>
              </a:rPr>
              <a:t>Principle picture — Watch first</a:t>
            </a:r>
          </a:p>
        </p:txBody>
      </p:sp>
      <p:sp>
        <p:nvSpPr>
          <p:cNvPr id="23" name="TextBox 22"/>
          <p:cNvSpPr txBox="1"/>
          <p:nvPr/>
        </p:nvSpPr>
        <p:spPr>
          <a:xfrm>
            <a:off x="6373368" y="5376672"/>
            <a:ext cx="4840224" cy="274320"/>
          </a:xfrm>
          <a:prstGeom prst="rect">
            <a:avLst/>
          </a:prstGeom>
          <a:noFill/>
        </p:spPr>
        <p:txBody>
          <a:bodyPr wrap="square" anchor="t" lIns="45720" rIns="45720" tIns="0" bIns="0">
            <a:spAutoFit/>
          </a:bodyPr>
          <a:lstStyle/>
          <a:p>
            <a:pPr algn="ctr">
              <a:spcAft>
                <a:spcPts val="800"/>
              </a:spcAft>
            </a:pPr>
            <a:r>
              <a:rPr sz="1000" b="0">
                <a:solidFill>
                  <a:srgbClr val="7A766B"/>
                </a:solidFill>
                <a:latin typeface="Verdana"/>
              </a:rPr>
              <a:t>ISITHOMBE · F-IMG-80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EFE6D2"/>
        </a:solidFill>
        <a:effectLst/>
      </p:bgPr>
    </p:bg>
    <p:spTree>
      <p:nvGrpSpPr>
        <p:cNvPr id="1" name=""/>
        <p:cNvGrpSpPr/>
        <p:nvPr/>
      </p:nvGrpSpPr>
      <p:grpSpPr/>
      <p:sp>
        <p:nvSpPr>
          <p:cNvPr id="2" name="Rectangle 1"/>
          <p:cNvSpPr/>
          <p:nvPr/>
        </p:nvSpPr>
        <p:spPr>
          <a:xfrm>
            <a:off x="201168" y="201168"/>
            <a:ext cx="11789664" cy="6455664"/>
          </a:xfrm>
          <a:prstGeom prst="rect">
            <a:avLst/>
          </a:prstGeom>
          <a:noFill/>
          <a:ln w="19050">
            <a:solidFill>
              <a:srgbClr val="1B1A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94360" y="6272784"/>
            <a:ext cx="1316228" cy="266700"/>
          </a:xfrm>
          <a:prstGeom prst="roundRect">
            <a:avLst>
              <a:gd name="adj" fmla="val 50000"/>
            </a:avLst>
          </a:prstGeom>
          <a:noFill/>
          <a:ln w="15875">
            <a:solidFill>
              <a:srgbClr val="2F5D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6272784"/>
            <a:ext cx="1316228" cy="266700"/>
          </a:xfrm>
          <a:prstGeom prst="rect">
            <a:avLst/>
          </a:prstGeom>
          <a:noFill/>
        </p:spPr>
        <p:txBody>
          <a:bodyPr wrap="square" anchor="ctr" lIns="45720" rIns="45720" tIns="0" bIns="0">
            <a:spAutoFit/>
          </a:bodyPr>
          <a:lstStyle/>
          <a:p>
            <a:pPr algn="ctr">
              <a:spcAft>
                <a:spcPts val="800"/>
              </a:spcAft>
            </a:pPr>
            <a:r>
              <a:rPr sz="1000" b="1">
                <a:solidFill>
                  <a:srgbClr val="2F5D34"/>
                </a:solidFill>
                <a:latin typeface="Verdana"/>
              </a:rPr>
              <a:t>IPHOSTA F-P05</a:t>
            </a:r>
          </a:p>
        </p:txBody>
      </p:sp>
      <p:sp>
        <p:nvSpPr>
          <p:cNvPr id="5" name="TextBox 4"/>
          <p:cNvSpPr txBox="1"/>
          <p:nvPr/>
        </p:nvSpPr>
        <p:spPr>
          <a:xfrm>
            <a:off x="2047748" y="6291072"/>
            <a:ext cx="5486400" cy="274320"/>
          </a:xfrm>
          <a:prstGeom prst="rect">
            <a:avLst/>
          </a:prstGeom>
          <a:noFill/>
        </p:spPr>
        <p:txBody>
          <a:bodyPr wrap="square" anchor="ctr" lIns="45720" rIns="45720" tIns="0" bIns="0">
            <a:spAutoFit/>
          </a:bodyPr>
          <a:lstStyle/>
          <a:p>
            <a:pPr algn="l">
              <a:spcAft>
                <a:spcPts val="800"/>
              </a:spcAft>
            </a:pPr>
            <a:r>
              <a:rPr sz="1000" b="0">
                <a:solidFill>
                  <a:srgbClr val="7A766B"/>
                </a:solidFill>
                <a:latin typeface="Verdana"/>
              </a:rPr>
              <a:t>Grow Food, Grow Strong  ·  F-D1-12</a:t>
            </a:r>
          </a:p>
        </p:txBody>
      </p:sp>
      <p:sp>
        <p:nvSpPr>
          <p:cNvPr id="6" name="TextBox 5"/>
          <p:cNvSpPr txBox="1"/>
          <p:nvPr/>
        </p:nvSpPr>
        <p:spPr>
          <a:xfrm>
            <a:off x="9768840" y="6291072"/>
            <a:ext cx="1828800" cy="274320"/>
          </a:xfrm>
          <a:prstGeom prst="rect">
            <a:avLst/>
          </a:prstGeom>
          <a:noFill/>
        </p:spPr>
        <p:txBody>
          <a:bodyPr wrap="square" anchor="ctr" lIns="45720" rIns="45720" tIns="0" bIns="0">
            <a:spAutoFit/>
          </a:bodyPr>
          <a:lstStyle/>
          <a:p>
            <a:pPr algn="r">
              <a:spcAft>
                <a:spcPts val="800"/>
              </a:spcAft>
            </a:pPr>
            <a:r>
              <a:rPr sz="1000" b="0">
                <a:solidFill>
                  <a:srgbClr val="7A766B"/>
                </a:solidFill>
                <a:latin typeface="Verdana"/>
              </a:rPr>
              <a:t>12 / 18</a:t>
            </a:r>
          </a:p>
        </p:txBody>
      </p:sp>
      <p:sp>
        <p:nvSpPr>
          <p:cNvPr id="7" name="TextBox 6"/>
          <p:cNvSpPr txBox="1"/>
          <p:nvPr/>
        </p:nvSpPr>
        <p:spPr>
          <a:xfrm>
            <a:off x="594360" y="457200"/>
            <a:ext cx="8229600" cy="320040"/>
          </a:xfrm>
          <a:prstGeom prst="rect">
            <a:avLst/>
          </a:prstGeom>
          <a:noFill/>
        </p:spPr>
        <p:txBody>
          <a:bodyPr wrap="square" anchor="t" lIns="45720" rIns="45720" tIns="0" bIns="0">
            <a:spAutoFit/>
          </a:bodyPr>
          <a:lstStyle/>
          <a:p>
            <a:pPr algn="l">
              <a:spcAft>
                <a:spcPts val="800"/>
              </a:spcAft>
            </a:pPr>
            <a:r>
              <a:rPr sz="1300" b="1">
                <a:solidFill>
                  <a:srgbClr val="B24E2A"/>
                </a:solidFill>
                <a:latin typeface="Verdana"/>
              </a:rPr>
              <a:t>USUKU 1</a:t>
            </a:r>
          </a:p>
        </p:txBody>
      </p:sp>
      <p:sp>
        <p:nvSpPr>
          <p:cNvPr id="8" name="TextBox 7"/>
          <p:cNvSpPr txBox="1"/>
          <p:nvPr/>
        </p:nvSpPr>
        <p:spPr>
          <a:xfrm>
            <a:off x="594360" y="804672"/>
            <a:ext cx="11003280" cy="624840"/>
          </a:xfrm>
          <a:prstGeom prst="rect">
            <a:avLst/>
          </a:prstGeom>
          <a:noFill/>
        </p:spPr>
        <p:txBody>
          <a:bodyPr wrap="square" anchor="t" lIns="45720" rIns="45720" tIns="0" bIns="0">
            <a:spAutoFit/>
          </a:bodyPr>
          <a:lstStyle/>
          <a:p>
            <a:pPr algn="l">
              <a:lnSpc>
                <a:spcPct val="95000"/>
              </a:lnSpc>
              <a:spcAft>
                <a:spcPts val="800"/>
              </a:spcAft>
            </a:pPr>
            <a:r>
              <a:rPr sz="4000" b="1">
                <a:solidFill>
                  <a:srgbClr val="1B1A17"/>
                </a:solidFill>
                <a:latin typeface="Rockwell"/>
              </a:rPr>
              <a:t>Lingaphi ilanga?</a:t>
            </a:r>
          </a:p>
        </p:txBody>
      </p:sp>
      <p:sp>
        <p:nvSpPr>
          <p:cNvPr id="9" name="Rectangle 8"/>
          <p:cNvSpPr/>
          <p:nvPr/>
        </p:nvSpPr>
        <p:spPr>
          <a:xfrm>
            <a:off x="640080" y="1539240"/>
            <a:ext cx="1097280" cy="91440"/>
          </a:xfrm>
          <a:prstGeom prst="rect">
            <a:avLst/>
          </a:prstGeom>
          <a:solidFill>
            <a:srgbClr val="B24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905000"/>
            <a:ext cx="5074920" cy="4084320"/>
          </a:xfrm>
          <a:prstGeom prst="rect">
            <a:avLst/>
          </a:prstGeom>
          <a:noFill/>
        </p:spPr>
        <p:txBody>
          <a:bodyPr wrap="square" anchor="t" lIns="45720" rIns="45720" tIns="0" bIns="0">
            <a:spAutoFit/>
          </a:bodyPr>
          <a:lstStyle/>
          <a:p>
            <a:pPr algn="l" marL="412750" indent="-412750">
              <a:spcAft>
                <a:spcPts val="1800"/>
              </a:spcAft>
            </a:pPr>
            <a:r>
              <a:rPr sz="2600" b="1">
                <a:solidFill>
                  <a:srgbClr val="B24E2A"/>
                </a:solidFill>
                <a:latin typeface="Verdana"/>
              </a:rPr>
              <a:t>■  </a:t>
            </a:r>
            <a:r>
              <a:rPr sz="2600" b="0">
                <a:solidFill>
                  <a:srgbClr val="1B1A17"/>
                </a:solidFill>
                <a:latin typeface="Verdana"/>
              </a:rPr>
              <a:t>ENingizimu Afrika ilanga lisenyakatho</a:t>
            </a:r>
          </a:p>
          <a:p>
            <a:pPr algn="l" marL="412750" indent="-412750">
              <a:spcAft>
                <a:spcPts val="1800"/>
              </a:spcAft>
            </a:pPr>
            <a:r>
              <a:rPr sz="2600" b="1">
                <a:solidFill>
                  <a:srgbClr val="B24E2A"/>
                </a:solidFill>
                <a:latin typeface="Verdana"/>
              </a:rPr>
              <a:t>■  </a:t>
            </a:r>
            <a:r>
              <a:rPr sz="2600" b="0">
                <a:solidFill>
                  <a:srgbClr val="1B1A17"/>
                </a:solidFill>
                <a:latin typeface="Verdana"/>
              </a:rPr>
              <a:t>Imithunzi iwela eningizimu</a:t>
            </a:r>
          </a:p>
          <a:p>
            <a:pPr algn="l" marL="412750" indent="-412750">
              <a:spcAft>
                <a:spcPts val="1800"/>
              </a:spcAft>
            </a:pPr>
            <a:r>
              <a:rPr sz="2600" b="1">
                <a:solidFill>
                  <a:srgbClr val="B24E2A"/>
                </a:solidFill>
                <a:latin typeface="Verdana"/>
              </a:rPr>
              <a:t>■  </a:t>
            </a:r>
            <a:r>
              <a:rPr sz="2600" b="0">
                <a:solidFill>
                  <a:srgbClr val="1B1A17"/>
                </a:solidFill>
                <a:latin typeface="Verdana"/>
              </a:rPr>
              <a:t>Tshala enyakatho yendlu</a:t>
            </a:r>
          </a:p>
        </p:txBody>
      </p:sp>
      <p:sp>
        <p:nvSpPr>
          <p:cNvPr id="11" name="Rectangle 10"/>
          <p:cNvSpPr/>
          <p:nvPr/>
        </p:nvSpPr>
        <p:spPr>
          <a:xfrm>
            <a:off x="5989320" y="1813560"/>
            <a:ext cx="5608320" cy="4130040"/>
          </a:xfrm>
          <a:prstGeom prst="rect">
            <a:avLst/>
          </a:prstGeom>
          <a:solidFill>
            <a:srgbClr val="F8F4EB"/>
          </a:solidFill>
          <a:ln w="50800">
            <a:solidFill>
              <a:srgbClr val="1B1A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382000" y="2918460"/>
            <a:ext cx="822960" cy="822960"/>
          </a:xfrm>
          <a:prstGeom prst="ellipse">
            <a:avLst/>
          </a:prstGeom>
          <a:noFill/>
          <a:ln w="25400">
            <a:solidFill>
              <a:srgbClr val="CA88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82000" y="2918460"/>
            <a:ext cx="822960" cy="822960"/>
          </a:xfrm>
          <a:prstGeom prst="rect">
            <a:avLst/>
          </a:prstGeom>
          <a:noFill/>
        </p:spPr>
        <p:txBody>
          <a:bodyPr wrap="square" anchor="ctr" lIns="45720" rIns="45720" tIns="0" bIns="0">
            <a:spAutoFit/>
          </a:bodyPr>
          <a:lstStyle/>
          <a:p>
            <a:pPr algn="ctr">
              <a:spcAft>
                <a:spcPts val="800"/>
              </a:spcAft>
            </a:pPr>
            <a:r>
              <a:rPr sz="2600" b="0">
                <a:solidFill>
                  <a:srgbClr val="C06F51"/>
                </a:solidFill>
                <a:latin typeface="Verdana"/>
              </a:rPr>
              <a:t>▶</a:t>
            </a:r>
          </a:p>
        </p:txBody>
      </p:sp>
      <p:sp>
        <p:nvSpPr>
          <p:cNvPr id="14" name="TextBox 13"/>
          <p:cNvSpPr txBox="1"/>
          <p:nvPr/>
        </p:nvSpPr>
        <p:spPr>
          <a:xfrm>
            <a:off x="6373368" y="3924300"/>
            <a:ext cx="4840224" cy="822960"/>
          </a:xfrm>
          <a:prstGeom prst="rect">
            <a:avLst/>
          </a:prstGeom>
          <a:noFill/>
        </p:spPr>
        <p:txBody>
          <a:bodyPr wrap="square" anchor="t" lIns="45720" rIns="45720" tIns="0" bIns="0">
            <a:spAutoFit/>
          </a:bodyPr>
          <a:lstStyle/>
          <a:p>
            <a:pPr algn="ctr">
              <a:spcAft>
                <a:spcPts val="800"/>
              </a:spcAft>
            </a:pPr>
            <a:r>
              <a:rPr sz="2000" b="1">
                <a:solidFill>
                  <a:srgbClr val="3C3B37"/>
                </a:solidFill>
                <a:latin typeface="Rockwell"/>
              </a:rPr>
              <a:t>Sun and shadows</a:t>
            </a:r>
          </a:p>
        </p:txBody>
      </p:sp>
      <p:sp>
        <p:nvSpPr>
          <p:cNvPr id="15" name="TextBox 14"/>
          <p:cNvSpPr txBox="1"/>
          <p:nvPr/>
        </p:nvSpPr>
        <p:spPr>
          <a:xfrm>
            <a:off x="6373368" y="5376672"/>
            <a:ext cx="4840224" cy="274320"/>
          </a:xfrm>
          <a:prstGeom prst="rect">
            <a:avLst/>
          </a:prstGeom>
          <a:noFill/>
        </p:spPr>
        <p:txBody>
          <a:bodyPr wrap="square" anchor="t" lIns="45720" rIns="45720" tIns="0" bIns="0">
            <a:spAutoFit/>
          </a:bodyPr>
          <a:lstStyle/>
          <a:p>
            <a:pPr algn="ctr">
              <a:spcAft>
                <a:spcPts val="800"/>
              </a:spcAft>
            </a:pPr>
            <a:r>
              <a:rPr sz="1000" b="0">
                <a:solidFill>
                  <a:srgbClr val="7A766B"/>
                </a:solidFill>
                <a:latin typeface="Verdana"/>
              </a:rPr>
              <a:t>IVIDIYO · F-ANI-04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EFE6D2"/>
        </a:solidFill>
        <a:effectLst/>
      </p:bgPr>
    </p:bg>
    <p:spTree>
      <p:nvGrpSpPr>
        <p:cNvPr id="1" name=""/>
        <p:cNvGrpSpPr/>
        <p:nvPr/>
      </p:nvGrpSpPr>
      <p:grpSpPr/>
      <p:sp>
        <p:nvSpPr>
          <p:cNvPr id="2" name="Rectangle 1"/>
          <p:cNvSpPr/>
          <p:nvPr/>
        </p:nvSpPr>
        <p:spPr>
          <a:xfrm>
            <a:off x="201168" y="201168"/>
            <a:ext cx="11789664" cy="6455664"/>
          </a:xfrm>
          <a:prstGeom prst="rect">
            <a:avLst/>
          </a:prstGeom>
          <a:noFill/>
          <a:ln w="19050">
            <a:solidFill>
              <a:srgbClr val="1B1A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74320" cy="6858000"/>
          </a:xfrm>
          <a:prstGeom prst="rect">
            <a:avLst/>
          </a:prstGeom>
          <a:solidFill>
            <a:srgbClr val="B24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94360" y="6272784"/>
            <a:ext cx="1316228" cy="266700"/>
          </a:xfrm>
          <a:prstGeom prst="roundRect">
            <a:avLst>
              <a:gd name="adj" fmla="val 50000"/>
            </a:avLst>
          </a:prstGeom>
          <a:noFill/>
          <a:ln w="15875">
            <a:solidFill>
              <a:srgbClr val="2F5D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272784"/>
            <a:ext cx="1316228" cy="266700"/>
          </a:xfrm>
          <a:prstGeom prst="rect">
            <a:avLst/>
          </a:prstGeom>
          <a:noFill/>
        </p:spPr>
        <p:txBody>
          <a:bodyPr wrap="square" anchor="ctr" lIns="45720" rIns="45720" tIns="0" bIns="0">
            <a:spAutoFit/>
          </a:bodyPr>
          <a:lstStyle/>
          <a:p>
            <a:pPr algn="ctr">
              <a:spcAft>
                <a:spcPts val="800"/>
              </a:spcAft>
            </a:pPr>
            <a:r>
              <a:rPr sz="1000" b="1">
                <a:solidFill>
                  <a:srgbClr val="2F5D34"/>
                </a:solidFill>
                <a:latin typeface="Verdana"/>
              </a:rPr>
              <a:t>IPHOSTA F-P05</a:t>
            </a:r>
          </a:p>
        </p:txBody>
      </p:sp>
      <p:sp>
        <p:nvSpPr>
          <p:cNvPr id="6" name="TextBox 5"/>
          <p:cNvSpPr txBox="1"/>
          <p:nvPr/>
        </p:nvSpPr>
        <p:spPr>
          <a:xfrm>
            <a:off x="2047748" y="6291072"/>
            <a:ext cx="5486400" cy="274320"/>
          </a:xfrm>
          <a:prstGeom prst="rect">
            <a:avLst/>
          </a:prstGeom>
          <a:noFill/>
        </p:spPr>
        <p:txBody>
          <a:bodyPr wrap="square" anchor="ctr" lIns="45720" rIns="45720" tIns="0" bIns="0">
            <a:spAutoFit/>
          </a:bodyPr>
          <a:lstStyle/>
          <a:p>
            <a:pPr algn="l">
              <a:spcAft>
                <a:spcPts val="800"/>
              </a:spcAft>
            </a:pPr>
            <a:r>
              <a:rPr sz="1000" b="0">
                <a:solidFill>
                  <a:srgbClr val="7A766B"/>
                </a:solidFill>
                <a:latin typeface="Verdana"/>
              </a:rPr>
              <a:t>Grow Food, Grow Strong  ·  F-D1-13</a:t>
            </a:r>
          </a:p>
        </p:txBody>
      </p:sp>
      <p:sp>
        <p:nvSpPr>
          <p:cNvPr id="7" name="TextBox 6"/>
          <p:cNvSpPr txBox="1"/>
          <p:nvPr/>
        </p:nvSpPr>
        <p:spPr>
          <a:xfrm>
            <a:off x="9768840" y="6291072"/>
            <a:ext cx="1828800" cy="274320"/>
          </a:xfrm>
          <a:prstGeom prst="rect">
            <a:avLst/>
          </a:prstGeom>
          <a:noFill/>
        </p:spPr>
        <p:txBody>
          <a:bodyPr wrap="square" anchor="ctr" lIns="45720" rIns="45720" tIns="0" bIns="0">
            <a:spAutoFit/>
          </a:bodyPr>
          <a:lstStyle/>
          <a:p>
            <a:pPr algn="r">
              <a:spcAft>
                <a:spcPts val="800"/>
              </a:spcAft>
            </a:pPr>
            <a:r>
              <a:rPr sz="1000" b="0">
                <a:solidFill>
                  <a:srgbClr val="7A766B"/>
                </a:solidFill>
                <a:latin typeface="Verdana"/>
              </a:rPr>
              <a:t>13 / 18</a:t>
            </a:r>
          </a:p>
        </p:txBody>
      </p:sp>
      <p:sp>
        <p:nvSpPr>
          <p:cNvPr id="8" name="Rounded Rectangle 7"/>
          <p:cNvSpPr/>
          <p:nvPr/>
        </p:nvSpPr>
        <p:spPr>
          <a:xfrm>
            <a:off x="731520" y="457200"/>
            <a:ext cx="1213866" cy="346710"/>
          </a:xfrm>
          <a:prstGeom prst="roundRect">
            <a:avLst>
              <a:gd name="adj" fmla="val 50000"/>
            </a:avLst>
          </a:prstGeom>
          <a:solidFill>
            <a:srgbClr val="B24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457200"/>
            <a:ext cx="1213866" cy="346710"/>
          </a:xfrm>
          <a:prstGeom prst="rect">
            <a:avLst/>
          </a:prstGeom>
          <a:noFill/>
        </p:spPr>
        <p:txBody>
          <a:bodyPr wrap="square" anchor="ctr" lIns="45720" rIns="45720" tIns="0" bIns="0">
            <a:spAutoFit/>
          </a:bodyPr>
          <a:lstStyle/>
          <a:p>
            <a:pPr algn="ctr">
              <a:spcAft>
                <a:spcPts val="800"/>
              </a:spcAft>
            </a:pPr>
            <a:r>
              <a:rPr sz="1300" b="1">
                <a:solidFill>
                  <a:srgbClr val="FFFFFF"/>
                </a:solidFill>
                <a:latin typeface="Verdana"/>
              </a:rPr>
              <a:t>SEBENZANI</a:t>
            </a:r>
          </a:p>
        </p:txBody>
      </p:sp>
      <p:sp>
        <p:nvSpPr>
          <p:cNvPr id="10" name="TextBox 9"/>
          <p:cNvSpPr txBox="1"/>
          <p:nvPr/>
        </p:nvSpPr>
        <p:spPr>
          <a:xfrm>
            <a:off x="731520" y="960120"/>
            <a:ext cx="10866120" cy="624840"/>
          </a:xfrm>
          <a:prstGeom prst="rect">
            <a:avLst/>
          </a:prstGeom>
          <a:noFill/>
        </p:spPr>
        <p:txBody>
          <a:bodyPr wrap="square" anchor="t" lIns="45720" rIns="45720" tIns="0" bIns="0">
            <a:spAutoFit/>
          </a:bodyPr>
          <a:lstStyle/>
          <a:p>
            <a:pPr algn="l">
              <a:lnSpc>
                <a:spcPct val="95000"/>
              </a:lnSpc>
              <a:spcAft>
                <a:spcPts val="800"/>
              </a:spcAft>
            </a:pPr>
            <a:r>
              <a:rPr sz="4000" b="1">
                <a:solidFill>
                  <a:srgbClr val="1B1A17"/>
                </a:solidFill>
                <a:latin typeface="Rockwell"/>
              </a:rPr>
              <a:t>Fundani umhlaba</a:t>
            </a:r>
          </a:p>
        </p:txBody>
      </p:sp>
      <p:sp>
        <p:nvSpPr>
          <p:cNvPr id="11" name="Rectangle 10"/>
          <p:cNvSpPr/>
          <p:nvPr/>
        </p:nvSpPr>
        <p:spPr>
          <a:xfrm>
            <a:off x="777240" y="1694688"/>
            <a:ext cx="1097280" cy="91440"/>
          </a:xfrm>
          <a:prstGeom prst="rect">
            <a:avLst/>
          </a:prstGeom>
          <a:solidFill>
            <a:srgbClr val="B24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2060448"/>
            <a:ext cx="566928" cy="566928"/>
          </a:xfrm>
          <a:prstGeom prst="ellipse">
            <a:avLst/>
          </a:prstGeom>
          <a:solidFill>
            <a:srgbClr val="B24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060448"/>
            <a:ext cx="566928" cy="566928"/>
          </a:xfrm>
          <a:prstGeom prst="rect">
            <a:avLst/>
          </a:prstGeom>
          <a:noFill/>
        </p:spPr>
        <p:txBody>
          <a:bodyPr wrap="square" anchor="ctr" lIns="45720" rIns="45720" tIns="0" bIns="0">
            <a:spAutoFit/>
          </a:bodyPr>
          <a:lstStyle/>
          <a:p>
            <a:pPr algn="ctr">
              <a:spcAft>
                <a:spcPts val="800"/>
              </a:spcAft>
            </a:pPr>
            <a:r>
              <a:rPr sz="2200" b="1">
                <a:solidFill>
                  <a:srgbClr val="FFFFFF"/>
                </a:solidFill>
                <a:latin typeface="Rockwell"/>
              </a:rPr>
              <a:t>1</a:t>
            </a:r>
          </a:p>
        </p:txBody>
      </p:sp>
      <p:sp>
        <p:nvSpPr>
          <p:cNvPr id="14" name="TextBox 13"/>
          <p:cNvSpPr txBox="1"/>
          <p:nvPr/>
        </p:nvSpPr>
        <p:spPr>
          <a:xfrm>
            <a:off x="1508760" y="2106168"/>
            <a:ext cx="4160520" cy="847344"/>
          </a:xfrm>
          <a:prstGeom prst="rect">
            <a:avLst/>
          </a:prstGeom>
          <a:noFill/>
        </p:spPr>
        <p:txBody>
          <a:bodyPr wrap="square" anchor="t" lIns="45720" rIns="45720" tIns="0" bIns="0">
            <a:spAutoFit/>
          </a:bodyPr>
          <a:lstStyle/>
          <a:p>
            <a:pPr algn="l">
              <a:lnSpc>
                <a:spcPct val="95000"/>
              </a:lnSpc>
              <a:spcAft>
                <a:spcPts val="800"/>
              </a:spcAft>
            </a:pPr>
            <a:r>
              <a:rPr sz="2400" b="1">
                <a:solidFill>
                  <a:srgbClr val="1B1A17"/>
                </a:solidFill>
                <a:latin typeface="Verdana"/>
              </a:rPr>
              <a:t>Ophuzi = ilanga usuku lonke</a:t>
            </a:r>
          </a:p>
        </p:txBody>
      </p:sp>
      <p:sp>
        <p:nvSpPr>
          <p:cNvPr id="15" name="Oval 14"/>
          <p:cNvSpPr/>
          <p:nvPr/>
        </p:nvSpPr>
        <p:spPr>
          <a:xfrm>
            <a:off x="731520" y="2999232"/>
            <a:ext cx="566928" cy="566928"/>
          </a:xfrm>
          <a:prstGeom prst="ellipse">
            <a:avLst/>
          </a:prstGeom>
          <a:solidFill>
            <a:srgbClr val="B24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999232"/>
            <a:ext cx="566928" cy="566928"/>
          </a:xfrm>
          <a:prstGeom prst="rect">
            <a:avLst/>
          </a:prstGeom>
          <a:noFill/>
        </p:spPr>
        <p:txBody>
          <a:bodyPr wrap="square" anchor="ctr" lIns="45720" rIns="45720" tIns="0" bIns="0">
            <a:spAutoFit/>
          </a:bodyPr>
          <a:lstStyle/>
          <a:p>
            <a:pPr algn="ctr">
              <a:spcAft>
                <a:spcPts val="800"/>
              </a:spcAft>
            </a:pPr>
            <a:r>
              <a:rPr sz="2200" b="1">
                <a:solidFill>
                  <a:srgbClr val="FFFFFF"/>
                </a:solidFill>
                <a:latin typeface="Rockwell"/>
              </a:rPr>
              <a:t>2</a:t>
            </a:r>
          </a:p>
        </p:txBody>
      </p:sp>
      <p:sp>
        <p:nvSpPr>
          <p:cNvPr id="17" name="TextBox 16"/>
          <p:cNvSpPr txBox="1"/>
          <p:nvPr/>
        </p:nvSpPr>
        <p:spPr>
          <a:xfrm>
            <a:off x="1508760" y="3044952"/>
            <a:ext cx="4160520" cy="847344"/>
          </a:xfrm>
          <a:prstGeom prst="rect">
            <a:avLst/>
          </a:prstGeom>
          <a:noFill/>
        </p:spPr>
        <p:txBody>
          <a:bodyPr wrap="square" anchor="t" lIns="45720" rIns="45720" tIns="0" bIns="0">
            <a:spAutoFit/>
          </a:bodyPr>
          <a:lstStyle/>
          <a:p>
            <a:pPr algn="l">
              <a:lnSpc>
                <a:spcPct val="95000"/>
              </a:lnSpc>
              <a:spcAft>
                <a:spcPts val="800"/>
              </a:spcAft>
            </a:pPr>
            <a:r>
              <a:rPr sz="2400" b="1">
                <a:solidFill>
                  <a:srgbClr val="1B1A17"/>
                </a:solidFill>
                <a:latin typeface="Verdana"/>
              </a:rPr>
              <a:t>Obomvu = amakhaza noma umoya onamandla</a:t>
            </a:r>
          </a:p>
        </p:txBody>
      </p:sp>
      <p:sp>
        <p:nvSpPr>
          <p:cNvPr id="18" name="Oval 17"/>
          <p:cNvSpPr/>
          <p:nvPr/>
        </p:nvSpPr>
        <p:spPr>
          <a:xfrm>
            <a:off x="731520" y="3938016"/>
            <a:ext cx="566928" cy="566928"/>
          </a:xfrm>
          <a:prstGeom prst="ellipse">
            <a:avLst/>
          </a:prstGeom>
          <a:solidFill>
            <a:srgbClr val="B24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3938016"/>
            <a:ext cx="566928" cy="566928"/>
          </a:xfrm>
          <a:prstGeom prst="rect">
            <a:avLst/>
          </a:prstGeom>
          <a:noFill/>
        </p:spPr>
        <p:txBody>
          <a:bodyPr wrap="square" anchor="ctr" lIns="45720" rIns="45720" tIns="0" bIns="0">
            <a:spAutoFit/>
          </a:bodyPr>
          <a:lstStyle/>
          <a:p>
            <a:pPr algn="ctr">
              <a:spcAft>
                <a:spcPts val="800"/>
              </a:spcAft>
            </a:pPr>
            <a:r>
              <a:rPr sz="2200" b="1">
                <a:solidFill>
                  <a:srgbClr val="FFFFFF"/>
                </a:solidFill>
                <a:latin typeface="Rockwell"/>
              </a:rPr>
              <a:t>3</a:t>
            </a:r>
          </a:p>
        </p:txBody>
      </p:sp>
      <p:sp>
        <p:nvSpPr>
          <p:cNvPr id="20" name="TextBox 19"/>
          <p:cNvSpPr txBox="1"/>
          <p:nvPr/>
        </p:nvSpPr>
        <p:spPr>
          <a:xfrm>
            <a:off x="1508760" y="3983736"/>
            <a:ext cx="4160520" cy="1530096"/>
          </a:xfrm>
          <a:prstGeom prst="rect">
            <a:avLst/>
          </a:prstGeom>
          <a:noFill/>
        </p:spPr>
        <p:txBody>
          <a:bodyPr wrap="square" anchor="t" lIns="45720" rIns="45720" tIns="0" bIns="0">
            <a:spAutoFit/>
          </a:bodyPr>
          <a:lstStyle/>
          <a:p>
            <a:pPr algn="l">
              <a:lnSpc>
                <a:spcPct val="95000"/>
              </a:lnSpc>
              <a:spcAft>
                <a:spcPts val="800"/>
              </a:spcAft>
            </a:pPr>
            <a:r>
              <a:rPr sz="2400" b="1">
                <a:solidFill>
                  <a:srgbClr val="1B1A17"/>
                </a:solidFill>
                <a:latin typeface="Verdana"/>
              </a:rPr>
              <a:t>Oluhlaza okwesibhakabhaka = amanzi ayagobhoza noma ayama</a:t>
            </a:r>
          </a:p>
        </p:txBody>
      </p:sp>
      <p:sp>
        <p:nvSpPr>
          <p:cNvPr id="21" name="Rectangle 20"/>
          <p:cNvSpPr/>
          <p:nvPr/>
        </p:nvSpPr>
        <p:spPr>
          <a:xfrm>
            <a:off x="5989320" y="1969008"/>
            <a:ext cx="5608320" cy="3974592"/>
          </a:xfrm>
          <a:prstGeom prst="rect">
            <a:avLst/>
          </a:prstGeom>
          <a:solidFill>
            <a:srgbClr val="F8F4EB"/>
          </a:solidFill>
          <a:ln w="50800">
            <a:solidFill>
              <a:srgbClr val="1B1A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8382000" y="2996184"/>
            <a:ext cx="822960" cy="822960"/>
          </a:xfrm>
          <a:prstGeom prst="ellipse">
            <a:avLst/>
          </a:prstGeom>
          <a:noFill/>
          <a:ln w="25400">
            <a:solidFill>
              <a:srgbClr val="CA88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82000" y="2996184"/>
            <a:ext cx="822960" cy="822960"/>
          </a:xfrm>
          <a:prstGeom prst="rect">
            <a:avLst/>
          </a:prstGeom>
          <a:noFill/>
        </p:spPr>
        <p:txBody>
          <a:bodyPr wrap="square" anchor="ctr" lIns="45720" rIns="45720" tIns="0" bIns="0">
            <a:spAutoFit/>
          </a:bodyPr>
          <a:lstStyle/>
          <a:p>
            <a:pPr algn="ctr">
              <a:spcAft>
                <a:spcPts val="800"/>
              </a:spcAft>
            </a:pPr>
            <a:r>
              <a:rPr sz="2600" b="0">
                <a:solidFill>
                  <a:srgbClr val="C06F51"/>
                </a:solidFill>
                <a:latin typeface="Verdana"/>
              </a:rPr>
              <a:t>▶</a:t>
            </a:r>
          </a:p>
        </p:txBody>
      </p:sp>
      <p:sp>
        <p:nvSpPr>
          <p:cNvPr id="24" name="TextBox 23"/>
          <p:cNvSpPr txBox="1"/>
          <p:nvPr/>
        </p:nvSpPr>
        <p:spPr>
          <a:xfrm>
            <a:off x="6373368" y="4002024"/>
            <a:ext cx="4840224" cy="822960"/>
          </a:xfrm>
          <a:prstGeom prst="rect">
            <a:avLst/>
          </a:prstGeom>
          <a:noFill/>
        </p:spPr>
        <p:txBody>
          <a:bodyPr wrap="square" anchor="t" lIns="45720" rIns="45720" tIns="0" bIns="0">
            <a:spAutoFit/>
          </a:bodyPr>
          <a:lstStyle/>
          <a:p>
            <a:pPr algn="ctr">
              <a:spcAft>
                <a:spcPts val="800"/>
              </a:spcAft>
            </a:pPr>
            <a:r>
              <a:rPr sz="2000" b="1">
                <a:solidFill>
                  <a:srgbClr val="3C3B37"/>
                </a:solidFill>
                <a:latin typeface="Rockwell"/>
              </a:rPr>
              <a:t>Water movement</a:t>
            </a:r>
          </a:p>
        </p:txBody>
      </p:sp>
      <p:sp>
        <p:nvSpPr>
          <p:cNvPr id="25" name="TextBox 24"/>
          <p:cNvSpPr txBox="1"/>
          <p:nvPr/>
        </p:nvSpPr>
        <p:spPr>
          <a:xfrm>
            <a:off x="6373368" y="5376672"/>
            <a:ext cx="4840224" cy="274320"/>
          </a:xfrm>
          <a:prstGeom prst="rect">
            <a:avLst/>
          </a:prstGeom>
          <a:noFill/>
        </p:spPr>
        <p:txBody>
          <a:bodyPr wrap="square" anchor="t" lIns="45720" rIns="45720" tIns="0" bIns="0">
            <a:spAutoFit/>
          </a:bodyPr>
          <a:lstStyle/>
          <a:p>
            <a:pPr algn="ctr">
              <a:spcAft>
                <a:spcPts val="800"/>
              </a:spcAft>
            </a:pPr>
            <a:r>
              <a:rPr sz="1000" b="0">
                <a:solidFill>
                  <a:srgbClr val="7A766B"/>
                </a:solidFill>
                <a:latin typeface="Verdana"/>
              </a:rPr>
              <a:t>IVIDIYO · F-ANI-05</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EFE6D2"/>
        </a:solidFill>
        <a:effectLst/>
      </p:bgPr>
    </p:bg>
    <p:spTree>
      <p:nvGrpSpPr>
        <p:cNvPr id="1" name=""/>
        <p:cNvGrpSpPr/>
        <p:nvPr/>
      </p:nvGrpSpPr>
      <p:grpSpPr/>
      <p:sp>
        <p:nvSpPr>
          <p:cNvPr id="2" name="Rectangle 1"/>
          <p:cNvSpPr/>
          <p:nvPr/>
        </p:nvSpPr>
        <p:spPr>
          <a:xfrm>
            <a:off x="201168" y="201168"/>
            <a:ext cx="11789664" cy="6455664"/>
          </a:xfrm>
          <a:prstGeom prst="rect">
            <a:avLst/>
          </a:prstGeom>
          <a:noFill/>
          <a:ln w="19050">
            <a:solidFill>
              <a:srgbClr val="1B1A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94360" y="6272784"/>
            <a:ext cx="1316228" cy="266700"/>
          </a:xfrm>
          <a:prstGeom prst="roundRect">
            <a:avLst>
              <a:gd name="adj" fmla="val 50000"/>
            </a:avLst>
          </a:prstGeom>
          <a:noFill/>
          <a:ln w="15875">
            <a:solidFill>
              <a:srgbClr val="2F5D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6272784"/>
            <a:ext cx="1316228" cy="266700"/>
          </a:xfrm>
          <a:prstGeom prst="rect">
            <a:avLst/>
          </a:prstGeom>
          <a:noFill/>
        </p:spPr>
        <p:txBody>
          <a:bodyPr wrap="square" anchor="ctr" lIns="45720" rIns="45720" tIns="0" bIns="0">
            <a:spAutoFit/>
          </a:bodyPr>
          <a:lstStyle/>
          <a:p>
            <a:pPr algn="ctr">
              <a:spcAft>
                <a:spcPts val="800"/>
              </a:spcAft>
            </a:pPr>
            <a:r>
              <a:rPr sz="1000" b="1">
                <a:solidFill>
                  <a:srgbClr val="2F5D34"/>
                </a:solidFill>
                <a:latin typeface="Verdana"/>
              </a:rPr>
              <a:t>IPHOSTA F-P05</a:t>
            </a:r>
          </a:p>
        </p:txBody>
      </p:sp>
      <p:sp>
        <p:nvSpPr>
          <p:cNvPr id="5" name="TextBox 4"/>
          <p:cNvSpPr txBox="1"/>
          <p:nvPr/>
        </p:nvSpPr>
        <p:spPr>
          <a:xfrm>
            <a:off x="2047748" y="6291072"/>
            <a:ext cx="5486400" cy="274320"/>
          </a:xfrm>
          <a:prstGeom prst="rect">
            <a:avLst/>
          </a:prstGeom>
          <a:noFill/>
        </p:spPr>
        <p:txBody>
          <a:bodyPr wrap="square" anchor="ctr" lIns="45720" rIns="45720" tIns="0" bIns="0">
            <a:spAutoFit/>
          </a:bodyPr>
          <a:lstStyle/>
          <a:p>
            <a:pPr algn="l">
              <a:spcAft>
                <a:spcPts val="800"/>
              </a:spcAft>
            </a:pPr>
            <a:r>
              <a:rPr sz="1000" b="0">
                <a:solidFill>
                  <a:srgbClr val="7A766B"/>
                </a:solidFill>
                <a:latin typeface="Verdana"/>
              </a:rPr>
              <a:t>Grow Food, Grow Strong  ·  F-D1-14</a:t>
            </a:r>
          </a:p>
        </p:txBody>
      </p:sp>
      <p:sp>
        <p:nvSpPr>
          <p:cNvPr id="6" name="TextBox 5"/>
          <p:cNvSpPr txBox="1"/>
          <p:nvPr/>
        </p:nvSpPr>
        <p:spPr>
          <a:xfrm>
            <a:off x="9768840" y="6291072"/>
            <a:ext cx="1828800" cy="274320"/>
          </a:xfrm>
          <a:prstGeom prst="rect">
            <a:avLst/>
          </a:prstGeom>
          <a:noFill/>
        </p:spPr>
        <p:txBody>
          <a:bodyPr wrap="square" anchor="ctr" lIns="45720" rIns="45720" tIns="0" bIns="0">
            <a:spAutoFit/>
          </a:bodyPr>
          <a:lstStyle/>
          <a:p>
            <a:pPr algn="r">
              <a:spcAft>
                <a:spcPts val="800"/>
              </a:spcAft>
            </a:pPr>
            <a:r>
              <a:rPr sz="1000" b="0">
                <a:solidFill>
                  <a:srgbClr val="7A766B"/>
                </a:solidFill>
                <a:latin typeface="Verdana"/>
              </a:rPr>
              <a:t>14 / 18</a:t>
            </a:r>
          </a:p>
        </p:txBody>
      </p:sp>
      <p:sp>
        <p:nvSpPr>
          <p:cNvPr id="7" name="TextBox 6"/>
          <p:cNvSpPr txBox="1"/>
          <p:nvPr/>
        </p:nvSpPr>
        <p:spPr>
          <a:xfrm>
            <a:off x="594360" y="457200"/>
            <a:ext cx="8229600" cy="320040"/>
          </a:xfrm>
          <a:prstGeom prst="rect">
            <a:avLst/>
          </a:prstGeom>
          <a:noFill/>
        </p:spPr>
        <p:txBody>
          <a:bodyPr wrap="square" anchor="t" lIns="45720" rIns="45720" tIns="0" bIns="0">
            <a:spAutoFit/>
          </a:bodyPr>
          <a:lstStyle/>
          <a:p>
            <a:pPr algn="l">
              <a:spcAft>
                <a:spcPts val="800"/>
              </a:spcAft>
            </a:pPr>
            <a:r>
              <a:rPr sz="1300" b="1">
                <a:solidFill>
                  <a:srgbClr val="B24E2A"/>
                </a:solidFill>
                <a:latin typeface="Verdana"/>
              </a:rPr>
              <a:t>USUKU 1</a:t>
            </a:r>
          </a:p>
        </p:txBody>
      </p:sp>
      <p:sp>
        <p:nvSpPr>
          <p:cNvPr id="8" name="TextBox 7"/>
          <p:cNvSpPr txBox="1"/>
          <p:nvPr/>
        </p:nvSpPr>
        <p:spPr>
          <a:xfrm>
            <a:off x="594360" y="804672"/>
            <a:ext cx="11003280" cy="624840"/>
          </a:xfrm>
          <a:prstGeom prst="rect">
            <a:avLst/>
          </a:prstGeom>
          <a:noFill/>
        </p:spPr>
        <p:txBody>
          <a:bodyPr wrap="square" anchor="t" lIns="45720" rIns="45720" tIns="0" bIns="0">
            <a:spAutoFit/>
          </a:bodyPr>
          <a:lstStyle/>
          <a:p>
            <a:pPr algn="l">
              <a:lnSpc>
                <a:spcPct val="95000"/>
              </a:lnSpc>
              <a:spcAft>
                <a:spcPts val="800"/>
              </a:spcAft>
            </a:pPr>
            <a:r>
              <a:rPr sz="4000" b="1">
                <a:solidFill>
                  <a:srgbClr val="1B1A17"/>
                </a:solidFill>
                <a:latin typeface="Rockwell"/>
              </a:rPr>
              <a:t>Ama-zone: eduze nomnyango</a:t>
            </a:r>
          </a:p>
        </p:txBody>
      </p:sp>
      <p:sp>
        <p:nvSpPr>
          <p:cNvPr id="9" name="Rectangle 8"/>
          <p:cNvSpPr/>
          <p:nvPr/>
        </p:nvSpPr>
        <p:spPr>
          <a:xfrm>
            <a:off x="640080" y="1539240"/>
            <a:ext cx="1097280" cy="91440"/>
          </a:xfrm>
          <a:prstGeom prst="rect">
            <a:avLst/>
          </a:prstGeom>
          <a:solidFill>
            <a:srgbClr val="B24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905000"/>
            <a:ext cx="5074920" cy="4084320"/>
          </a:xfrm>
          <a:prstGeom prst="rect">
            <a:avLst/>
          </a:prstGeom>
          <a:noFill/>
        </p:spPr>
        <p:txBody>
          <a:bodyPr wrap="square" anchor="t" lIns="45720" rIns="45720" tIns="0" bIns="0">
            <a:spAutoFit/>
          </a:bodyPr>
          <a:lstStyle/>
          <a:p>
            <a:pPr algn="l" marL="412750" indent="-412750">
              <a:spcAft>
                <a:spcPts val="1800"/>
              </a:spcAft>
            </a:pPr>
            <a:r>
              <a:rPr sz="2600" b="1">
                <a:solidFill>
                  <a:srgbClr val="B24E2A"/>
                </a:solidFill>
                <a:latin typeface="Verdana"/>
              </a:rPr>
              <a:t>■  </a:t>
            </a:r>
            <a:r>
              <a:rPr sz="2600" b="0">
                <a:solidFill>
                  <a:srgbClr val="1B1A17"/>
                </a:solidFill>
                <a:latin typeface="Verdana"/>
              </a:rPr>
              <a:t>0 indlu · 1 amakhambi nemifino yansuku zonke</a:t>
            </a:r>
          </a:p>
          <a:p>
            <a:pPr algn="l" marL="412750" indent="-412750">
              <a:spcAft>
                <a:spcPts val="1800"/>
              </a:spcAft>
            </a:pPr>
            <a:r>
              <a:rPr sz="2600" b="1">
                <a:solidFill>
                  <a:srgbClr val="B24E2A"/>
                </a:solidFill>
                <a:latin typeface="Verdana"/>
              </a:rPr>
              <a:t>■  </a:t>
            </a:r>
            <a:r>
              <a:rPr sz="2600" b="0">
                <a:solidFill>
                  <a:srgbClr val="1B1A17"/>
                </a:solidFill>
                <a:latin typeface="Verdana"/>
              </a:rPr>
              <a:t>2 imibhede, izithelo, izinkukhu · 3 amasimu</a:t>
            </a:r>
          </a:p>
          <a:p>
            <a:pPr algn="l" marL="412750" indent="-412750">
              <a:spcAft>
                <a:spcPts val="1800"/>
              </a:spcAft>
            </a:pPr>
            <a:r>
              <a:rPr sz="2600" b="1">
                <a:solidFill>
                  <a:srgbClr val="B24E2A"/>
                </a:solidFill>
                <a:latin typeface="Verdana"/>
              </a:rPr>
              <a:t>■  </a:t>
            </a:r>
            <a:r>
              <a:rPr sz="2600" b="0">
                <a:solidFill>
                  <a:srgbClr val="1B1A17"/>
                </a:solidFill>
                <a:latin typeface="Verdana"/>
              </a:rPr>
              <a:t>4 amadlelo nezinkuni · 5 endle</a:t>
            </a:r>
          </a:p>
        </p:txBody>
      </p:sp>
      <p:sp>
        <p:nvSpPr>
          <p:cNvPr id="11" name="Rectangle 10"/>
          <p:cNvSpPr/>
          <p:nvPr/>
        </p:nvSpPr>
        <p:spPr>
          <a:xfrm>
            <a:off x="5989320" y="1813560"/>
            <a:ext cx="5608320" cy="4130040"/>
          </a:xfrm>
          <a:prstGeom prst="rect">
            <a:avLst/>
          </a:prstGeom>
          <a:solidFill>
            <a:srgbClr val="F8F4EB"/>
          </a:solidFill>
          <a:ln w="50800">
            <a:solidFill>
              <a:srgbClr val="1B1A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382000" y="2918460"/>
            <a:ext cx="822960" cy="822960"/>
          </a:xfrm>
          <a:prstGeom prst="rect">
            <a:avLst/>
          </a:prstGeom>
          <a:noFill/>
          <a:ln w="25400">
            <a:solidFill>
              <a:srgbClr val="CA88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82000" y="2918460"/>
            <a:ext cx="822960" cy="822960"/>
          </a:xfrm>
          <a:prstGeom prst="rect">
            <a:avLst/>
          </a:prstGeom>
          <a:noFill/>
        </p:spPr>
        <p:txBody>
          <a:bodyPr wrap="square" anchor="ctr" lIns="45720" rIns="45720" tIns="0" bIns="0">
            <a:spAutoFit/>
          </a:bodyPr>
          <a:lstStyle/>
          <a:p>
            <a:pPr algn="ctr">
              <a:spcAft>
                <a:spcPts val="800"/>
              </a:spcAft>
            </a:pPr>
            <a:r>
              <a:rPr sz="2600" b="0">
                <a:solidFill>
                  <a:srgbClr val="C06F51"/>
                </a:solidFill>
                <a:latin typeface="Verdana"/>
              </a:rPr>
              <a:t>✦</a:t>
            </a:r>
          </a:p>
        </p:txBody>
      </p:sp>
      <p:sp>
        <p:nvSpPr>
          <p:cNvPr id="14" name="TextBox 13"/>
          <p:cNvSpPr txBox="1"/>
          <p:nvPr/>
        </p:nvSpPr>
        <p:spPr>
          <a:xfrm>
            <a:off x="6373368" y="3924300"/>
            <a:ext cx="4840224" cy="822960"/>
          </a:xfrm>
          <a:prstGeom prst="rect">
            <a:avLst/>
          </a:prstGeom>
          <a:noFill/>
        </p:spPr>
        <p:txBody>
          <a:bodyPr wrap="square" anchor="t" lIns="45720" rIns="45720" tIns="0" bIns="0">
            <a:spAutoFit/>
          </a:bodyPr>
          <a:lstStyle/>
          <a:p>
            <a:pPr algn="ctr">
              <a:spcAft>
                <a:spcPts val="800"/>
              </a:spcAft>
            </a:pPr>
            <a:r>
              <a:rPr sz="2000" b="1">
                <a:solidFill>
                  <a:srgbClr val="3C3B37"/>
                </a:solidFill>
                <a:latin typeface="Rockwell"/>
              </a:rPr>
              <a:t>Artwork for F-P05 · Read your land</a:t>
            </a:r>
          </a:p>
        </p:txBody>
      </p:sp>
      <p:sp>
        <p:nvSpPr>
          <p:cNvPr id="15" name="TextBox 14"/>
          <p:cNvSpPr txBox="1"/>
          <p:nvPr/>
        </p:nvSpPr>
        <p:spPr>
          <a:xfrm>
            <a:off x="6373368" y="5376672"/>
            <a:ext cx="4840224" cy="274320"/>
          </a:xfrm>
          <a:prstGeom prst="rect">
            <a:avLst/>
          </a:prstGeom>
          <a:noFill/>
        </p:spPr>
        <p:txBody>
          <a:bodyPr wrap="square" anchor="t" lIns="45720" rIns="45720" tIns="0" bIns="0">
            <a:spAutoFit/>
          </a:bodyPr>
          <a:lstStyle/>
          <a:p>
            <a:pPr algn="ctr">
              <a:spcAft>
                <a:spcPts val="800"/>
              </a:spcAft>
            </a:pPr>
            <a:r>
              <a:rPr sz="1000" b="0">
                <a:solidFill>
                  <a:srgbClr val="7A766B"/>
                </a:solidFill>
                <a:latin typeface="Verdana"/>
              </a:rPr>
              <a:t>POSTER ART · F-P05-ART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EFE6D2"/>
        </a:solidFill>
        <a:effectLst/>
      </p:bgPr>
    </p:bg>
    <p:spTree>
      <p:nvGrpSpPr>
        <p:cNvPr id="1" name=""/>
        <p:cNvGrpSpPr/>
        <p:nvPr/>
      </p:nvGrpSpPr>
      <p:grpSpPr/>
      <p:sp>
        <p:nvSpPr>
          <p:cNvPr id="2" name="Rectangle 1"/>
          <p:cNvSpPr/>
          <p:nvPr/>
        </p:nvSpPr>
        <p:spPr>
          <a:xfrm>
            <a:off x="201168" y="201168"/>
            <a:ext cx="11789664" cy="6455664"/>
          </a:xfrm>
          <a:prstGeom prst="rect">
            <a:avLst/>
          </a:prstGeom>
          <a:noFill/>
          <a:ln w="19050">
            <a:solidFill>
              <a:srgbClr val="1B1A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94360" y="6272784"/>
            <a:ext cx="1316228" cy="266700"/>
          </a:xfrm>
          <a:prstGeom prst="roundRect">
            <a:avLst>
              <a:gd name="adj" fmla="val 50000"/>
            </a:avLst>
          </a:prstGeom>
          <a:noFill/>
          <a:ln w="15875">
            <a:solidFill>
              <a:srgbClr val="2F5D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6272784"/>
            <a:ext cx="1316228" cy="266700"/>
          </a:xfrm>
          <a:prstGeom prst="rect">
            <a:avLst/>
          </a:prstGeom>
          <a:noFill/>
        </p:spPr>
        <p:txBody>
          <a:bodyPr wrap="square" anchor="ctr" lIns="45720" rIns="45720" tIns="0" bIns="0">
            <a:spAutoFit/>
          </a:bodyPr>
          <a:lstStyle/>
          <a:p>
            <a:pPr algn="ctr">
              <a:spcAft>
                <a:spcPts val="800"/>
              </a:spcAft>
            </a:pPr>
            <a:r>
              <a:rPr sz="1000" b="1">
                <a:solidFill>
                  <a:srgbClr val="2F5D34"/>
                </a:solidFill>
                <a:latin typeface="Verdana"/>
              </a:rPr>
              <a:t>IPHOSTA F-P06</a:t>
            </a:r>
          </a:p>
        </p:txBody>
      </p:sp>
      <p:sp>
        <p:nvSpPr>
          <p:cNvPr id="5" name="TextBox 4"/>
          <p:cNvSpPr txBox="1"/>
          <p:nvPr/>
        </p:nvSpPr>
        <p:spPr>
          <a:xfrm>
            <a:off x="2047748" y="6291072"/>
            <a:ext cx="5486400" cy="274320"/>
          </a:xfrm>
          <a:prstGeom prst="rect">
            <a:avLst/>
          </a:prstGeom>
          <a:noFill/>
        </p:spPr>
        <p:txBody>
          <a:bodyPr wrap="square" anchor="ctr" lIns="45720" rIns="45720" tIns="0" bIns="0">
            <a:spAutoFit/>
          </a:bodyPr>
          <a:lstStyle/>
          <a:p>
            <a:pPr algn="l">
              <a:spcAft>
                <a:spcPts val="800"/>
              </a:spcAft>
            </a:pPr>
            <a:r>
              <a:rPr sz="1000" b="0">
                <a:solidFill>
                  <a:srgbClr val="7A766B"/>
                </a:solidFill>
                <a:latin typeface="Verdana"/>
              </a:rPr>
              <a:t>Grow Food, Grow Strong  ·  F-D1-15</a:t>
            </a:r>
          </a:p>
        </p:txBody>
      </p:sp>
      <p:sp>
        <p:nvSpPr>
          <p:cNvPr id="6" name="TextBox 5"/>
          <p:cNvSpPr txBox="1"/>
          <p:nvPr/>
        </p:nvSpPr>
        <p:spPr>
          <a:xfrm>
            <a:off x="9768840" y="6291072"/>
            <a:ext cx="1828800" cy="274320"/>
          </a:xfrm>
          <a:prstGeom prst="rect">
            <a:avLst/>
          </a:prstGeom>
          <a:noFill/>
        </p:spPr>
        <p:txBody>
          <a:bodyPr wrap="square" anchor="ctr" lIns="45720" rIns="45720" tIns="0" bIns="0">
            <a:spAutoFit/>
          </a:bodyPr>
          <a:lstStyle/>
          <a:p>
            <a:pPr algn="r">
              <a:spcAft>
                <a:spcPts val="800"/>
              </a:spcAft>
            </a:pPr>
            <a:r>
              <a:rPr sz="1000" b="0">
                <a:solidFill>
                  <a:srgbClr val="7A766B"/>
                </a:solidFill>
                <a:latin typeface="Verdana"/>
              </a:rPr>
              <a:t>15 / 18</a:t>
            </a:r>
          </a:p>
        </p:txBody>
      </p:sp>
      <p:sp>
        <p:nvSpPr>
          <p:cNvPr id="7" name="TextBox 6"/>
          <p:cNvSpPr txBox="1"/>
          <p:nvPr/>
        </p:nvSpPr>
        <p:spPr>
          <a:xfrm>
            <a:off x="594360" y="457200"/>
            <a:ext cx="8229600" cy="320040"/>
          </a:xfrm>
          <a:prstGeom prst="rect">
            <a:avLst/>
          </a:prstGeom>
          <a:noFill/>
        </p:spPr>
        <p:txBody>
          <a:bodyPr wrap="square" anchor="t" lIns="45720" rIns="45720" tIns="0" bIns="0">
            <a:spAutoFit/>
          </a:bodyPr>
          <a:lstStyle/>
          <a:p>
            <a:pPr algn="l">
              <a:spcAft>
                <a:spcPts val="800"/>
              </a:spcAft>
            </a:pPr>
            <a:r>
              <a:rPr sz="1300" b="1">
                <a:solidFill>
                  <a:srgbClr val="B24E2A"/>
                </a:solidFill>
                <a:latin typeface="Verdana"/>
              </a:rPr>
              <a:t>USUKU 1</a:t>
            </a:r>
          </a:p>
        </p:txBody>
      </p:sp>
      <p:sp>
        <p:nvSpPr>
          <p:cNvPr id="8" name="TextBox 7"/>
          <p:cNvSpPr txBox="1"/>
          <p:nvPr/>
        </p:nvSpPr>
        <p:spPr>
          <a:xfrm>
            <a:off x="594360" y="804672"/>
            <a:ext cx="11003280" cy="624840"/>
          </a:xfrm>
          <a:prstGeom prst="rect">
            <a:avLst/>
          </a:prstGeom>
          <a:noFill/>
        </p:spPr>
        <p:txBody>
          <a:bodyPr wrap="square" anchor="t" lIns="45720" rIns="45720" tIns="0" bIns="0">
            <a:spAutoFit/>
          </a:bodyPr>
          <a:lstStyle/>
          <a:p>
            <a:pPr algn="l">
              <a:lnSpc>
                <a:spcPct val="95000"/>
              </a:lnSpc>
              <a:spcAft>
                <a:spcPts val="800"/>
              </a:spcAft>
            </a:pPr>
            <a:r>
              <a:rPr sz="4000" b="1">
                <a:solidFill>
                  <a:srgbClr val="1B1A17"/>
                </a:solidFill>
                <a:latin typeface="Rockwell"/>
              </a:rPr>
              <a:t>Thola umugqa olinganayo</a:t>
            </a:r>
          </a:p>
        </p:txBody>
      </p:sp>
      <p:sp>
        <p:nvSpPr>
          <p:cNvPr id="9" name="Rectangle 8"/>
          <p:cNvSpPr/>
          <p:nvPr/>
        </p:nvSpPr>
        <p:spPr>
          <a:xfrm>
            <a:off x="640080" y="1539240"/>
            <a:ext cx="1097280" cy="91440"/>
          </a:xfrm>
          <a:prstGeom prst="rect">
            <a:avLst/>
          </a:prstGeom>
          <a:solidFill>
            <a:srgbClr val="B24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905000"/>
            <a:ext cx="5074920" cy="4084320"/>
          </a:xfrm>
          <a:prstGeom prst="rect">
            <a:avLst/>
          </a:prstGeom>
          <a:noFill/>
        </p:spPr>
        <p:txBody>
          <a:bodyPr wrap="square" anchor="t" lIns="45720" rIns="45720" tIns="0" bIns="0">
            <a:spAutoFit/>
          </a:bodyPr>
          <a:lstStyle/>
          <a:p>
            <a:pPr algn="l" marL="412750" indent="-412750">
              <a:spcAft>
                <a:spcPts val="1800"/>
              </a:spcAft>
            </a:pPr>
            <a:r>
              <a:rPr sz="2600" b="1">
                <a:solidFill>
                  <a:srgbClr val="B24E2A"/>
                </a:solidFill>
                <a:latin typeface="Verdana"/>
              </a:rPr>
              <a:t>■  </a:t>
            </a:r>
            <a:r>
              <a:rPr sz="2600" b="0">
                <a:solidFill>
                  <a:srgbClr val="1B1A17"/>
                </a:solidFill>
                <a:latin typeface="Verdana"/>
              </a:rPr>
              <a:t>Imilenze emibili · induku ephambanayo · intambo netshe</a:t>
            </a:r>
          </a:p>
        </p:txBody>
      </p:sp>
      <p:sp>
        <p:nvSpPr>
          <p:cNvPr id="11" name="Rectangle 10"/>
          <p:cNvSpPr/>
          <p:nvPr/>
        </p:nvSpPr>
        <p:spPr>
          <a:xfrm>
            <a:off x="5989320" y="1813560"/>
            <a:ext cx="5608320" cy="4130040"/>
          </a:xfrm>
          <a:prstGeom prst="rect">
            <a:avLst/>
          </a:prstGeom>
          <a:solidFill>
            <a:srgbClr val="F8F4EB"/>
          </a:solidFill>
          <a:ln w="50800">
            <a:solidFill>
              <a:srgbClr val="1B1A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382000" y="2918460"/>
            <a:ext cx="822960" cy="822960"/>
          </a:xfrm>
          <a:prstGeom prst="rect">
            <a:avLst/>
          </a:prstGeom>
          <a:noFill/>
          <a:ln w="25400">
            <a:solidFill>
              <a:srgbClr val="CA88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82000" y="2918460"/>
            <a:ext cx="822960" cy="822960"/>
          </a:xfrm>
          <a:prstGeom prst="rect">
            <a:avLst/>
          </a:prstGeom>
          <a:noFill/>
        </p:spPr>
        <p:txBody>
          <a:bodyPr wrap="square" anchor="ctr" lIns="45720" rIns="45720" tIns="0" bIns="0">
            <a:spAutoFit/>
          </a:bodyPr>
          <a:lstStyle/>
          <a:p>
            <a:pPr algn="ctr">
              <a:spcAft>
                <a:spcPts val="800"/>
              </a:spcAft>
            </a:pPr>
            <a:r>
              <a:rPr sz="2600" b="0">
                <a:solidFill>
                  <a:srgbClr val="C06F51"/>
                </a:solidFill>
                <a:latin typeface="Verdana"/>
              </a:rPr>
              <a:t>✦</a:t>
            </a:r>
          </a:p>
        </p:txBody>
      </p:sp>
      <p:sp>
        <p:nvSpPr>
          <p:cNvPr id="14" name="TextBox 13"/>
          <p:cNvSpPr txBox="1"/>
          <p:nvPr/>
        </p:nvSpPr>
        <p:spPr>
          <a:xfrm>
            <a:off x="6373368" y="3924300"/>
            <a:ext cx="4840224" cy="822960"/>
          </a:xfrm>
          <a:prstGeom prst="rect">
            <a:avLst/>
          </a:prstGeom>
          <a:noFill/>
        </p:spPr>
        <p:txBody>
          <a:bodyPr wrap="square" anchor="t" lIns="45720" rIns="45720" tIns="0" bIns="0">
            <a:spAutoFit/>
          </a:bodyPr>
          <a:lstStyle/>
          <a:p>
            <a:pPr algn="ctr">
              <a:spcAft>
                <a:spcPts val="800"/>
              </a:spcAft>
            </a:pPr>
            <a:r>
              <a:rPr sz="2000" b="1">
                <a:solidFill>
                  <a:srgbClr val="3C3B37"/>
                </a:solidFill>
                <a:latin typeface="Rockwell"/>
              </a:rPr>
              <a:t>Artwork for F-P06 · Build an A-frame</a:t>
            </a:r>
          </a:p>
        </p:txBody>
      </p:sp>
      <p:sp>
        <p:nvSpPr>
          <p:cNvPr id="15" name="TextBox 14"/>
          <p:cNvSpPr txBox="1"/>
          <p:nvPr/>
        </p:nvSpPr>
        <p:spPr>
          <a:xfrm>
            <a:off x="6373368" y="5376672"/>
            <a:ext cx="4840224" cy="274320"/>
          </a:xfrm>
          <a:prstGeom prst="rect">
            <a:avLst/>
          </a:prstGeom>
          <a:noFill/>
        </p:spPr>
        <p:txBody>
          <a:bodyPr wrap="square" anchor="t" lIns="45720" rIns="45720" tIns="0" bIns="0">
            <a:spAutoFit/>
          </a:bodyPr>
          <a:lstStyle/>
          <a:p>
            <a:pPr algn="ctr">
              <a:spcAft>
                <a:spcPts val="800"/>
              </a:spcAft>
            </a:pPr>
            <a:r>
              <a:rPr sz="1000" b="0">
                <a:solidFill>
                  <a:srgbClr val="7A766B"/>
                </a:solidFill>
                <a:latin typeface="Verdana"/>
              </a:rPr>
              <a:t>POSTER ART · F-P06-ART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EFE6D2"/>
        </a:solidFill>
        <a:effectLst/>
      </p:bgPr>
    </p:bg>
    <p:spTree>
      <p:nvGrpSpPr>
        <p:cNvPr id="1" name=""/>
        <p:cNvGrpSpPr/>
        <p:nvPr/>
      </p:nvGrpSpPr>
      <p:grpSpPr/>
      <p:sp>
        <p:nvSpPr>
          <p:cNvPr id="2" name="Rectangle 1"/>
          <p:cNvSpPr/>
          <p:nvPr/>
        </p:nvSpPr>
        <p:spPr>
          <a:xfrm>
            <a:off x="201168" y="201168"/>
            <a:ext cx="11789664" cy="6455664"/>
          </a:xfrm>
          <a:prstGeom prst="rect">
            <a:avLst/>
          </a:prstGeom>
          <a:noFill/>
          <a:ln w="19050">
            <a:solidFill>
              <a:srgbClr val="1B1A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74320" cy="6858000"/>
          </a:xfrm>
          <a:prstGeom prst="rect">
            <a:avLst/>
          </a:prstGeom>
          <a:solidFill>
            <a:srgbClr val="B24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94360" y="6272784"/>
            <a:ext cx="1316228" cy="266700"/>
          </a:xfrm>
          <a:prstGeom prst="roundRect">
            <a:avLst>
              <a:gd name="adj" fmla="val 50000"/>
            </a:avLst>
          </a:prstGeom>
          <a:noFill/>
          <a:ln w="15875">
            <a:solidFill>
              <a:srgbClr val="2F5D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272784"/>
            <a:ext cx="1316228" cy="266700"/>
          </a:xfrm>
          <a:prstGeom prst="rect">
            <a:avLst/>
          </a:prstGeom>
          <a:noFill/>
        </p:spPr>
        <p:txBody>
          <a:bodyPr wrap="square" anchor="ctr" lIns="45720" rIns="45720" tIns="0" bIns="0">
            <a:spAutoFit/>
          </a:bodyPr>
          <a:lstStyle/>
          <a:p>
            <a:pPr algn="ctr">
              <a:spcAft>
                <a:spcPts val="800"/>
              </a:spcAft>
            </a:pPr>
            <a:r>
              <a:rPr sz="1000" b="1">
                <a:solidFill>
                  <a:srgbClr val="2F5D34"/>
                </a:solidFill>
                <a:latin typeface="Verdana"/>
              </a:rPr>
              <a:t>IPHOSTA F-P06</a:t>
            </a:r>
          </a:p>
        </p:txBody>
      </p:sp>
      <p:sp>
        <p:nvSpPr>
          <p:cNvPr id="6" name="TextBox 5"/>
          <p:cNvSpPr txBox="1"/>
          <p:nvPr/>
        </p:nvSpPr>
        <p:spPr>
          <a:xfrm>
            <a:off x="2047748" y="6291072"/>
            <a:ext cx="5486400" cy="274320"/>
          </a:xfrm>
          <a:prstGeom prst="rect">
            <a:avLst/>
          </a:prstGeom>
          <a:noFill/>
        </p:spPr>
        <p:txBody>
          <a:bodyPr wrap="square" anchor="ctr" lIns="45720" rIns="45720" tIns="0" bIns="0">
            <a:spAutoFit/>
          </a:bodyPr>
          <a:lstStyle/>
          <a:p>
            <a:pPr algn="l">
              <a:spcAft>
                <a:spcPts val="800"/>
              </a:spcAft>
            </a:pPr>
            <a:r>
              <a:rPr sz="1000" b="0">
                <a:solidFill>
                  <a:srgbClr val="7A766B"/>
                </a:solidFill>
                <a:latin typeface="Verdana"/>
              </a:rPr>
              <a:t>Grow Food, Grow Strong  ·  F-D1-16</a:t>
            </a:r>
          </a:p>
        </p:txBody>
      </p:sp>
      <p:sp>
        <p:nvSpPr>
          <p:cNvPr id="7" name="TextBox 6"/>
          <p:cNvSpPr txBox="1"/>
          <p:nvPr/>
        </p:nvSpPr>
        <p:spPr>
          <a:xfrm>
            <a:off x="9768840" y="6291072"/>
            <a:ext cx="1828800" cy="274320"/>
          </a:xfrm>
          <a:prstGeom prst="rect">
            <a:avLst/>
          </a:prstGeom>
          <a:noFill/>
        </p:spPr>
        <p:txBody>
          <a:bodyPr wrap="square" anchor="ctr" lIns="45720" rIns="45720" tIns="0" bIns="0">
            <a:spAutoFit/>
          </a:bodyPr>
          <a:lstStyle/>
          <a:p>
            <a:pPr algn="r">
              <a:spcAft>
                <a:spcPts val="800"/>
              </a:spcAft>
            </a:pPr>
            <a:r>
              <a:rPr sz="1000" b="0">
                <a:solidFill>
                  <a:srgbClr val="7A766B"/>
                </a:solidFill>
                <a:latin typeface="Verdana"/>
              </a:rPr>
              <a:t>16 / 18</a:t>
            </a:r>
          </a:p>
        </p:txBody>
      </p:sp>
      <p:sp>
        <p:nvSpPr>
          <p:cNvPr id="8" name="Rounded Rectangle 7"/>
          <p:cNvSpPr/>
          <p:nvPr/>
        </p:nvSpPr>
        <p:spPr>
          <a:xfrm>
            <a:off x="731520" y="457200"/>
            <a:ext cx="1213866" cy="346710"/>
          </a:xfrm>
          <a:prstGeom prst="roundRect">
            <a:avLst>
              <a:gd name="adj" fmla="val 50000"/>
            </a:avLst>
          </a:prstGeom>
          <a:solidFill>
            <a:srgbClr val="B24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457200"/>
            <a:ext cx="1213866" cy="346710"/>
          </a:xfrm>
          <a:prstGeom prst="rect">
            <a:avLst/>
          </a:prstGeom>
          <a:noFill/>
        </p:spPr>
        <p:txBody>
          <a:bodyPr wrap="square" anchor="ctr" lIns="45720" rIns="45720" tIns="0" bIns="0">
            <a:spAutoFit/>
          </a:bodyPr>
          <a:lstStyle/>
          <a:p>
            <a:pPr algn="ctr">
              <a:spcAft>
                <a:spcPts val="800"/>
              </a:spcAft>
            </a:pPr>
            <a:r>
              <a:rPr sz="1300" b="1">
                <a:solidFill>
                  <a:srgbClr val="FFFFFF"/>
                </a:solidFill>
                <a:latin typeface="Verdana"/>
              </a:rPr>
              <a:t>SEBENZANI</a:t>
            </a:r>
          </a:p>
        </p:txBody>
      </p:sp>
      <p:sp>
        <p:nvSpPr>
          <p:cNvPr id="10" name="TextBox 9"/>
          <p:cNvSpPr txBox="1"/>
          <p:nvPr/>
        </p:nvSpPr>
        <p:spPr>
          <a:xfrm>
            <a:off x="731520" y="960120"/>
            <a:ext cx="10866120" cy="624840"/>
          </a:xfrm>
          <a:prstGeom prst="rect">
            <a:avLst/>
          </a:prstGeom>
          <a:noFill/>
        </p:spPr>
        <p:txBody>
          <a:bodyPr wrap="square" anchor="t" lIns="45720" rIns="45720" tIns="0" bIns="0">
            <a:spAutoFit/>
          </a:bodyPr>
          <a:lstStyle/>
          <a:p>
            <a:pPr algn="l">
              <a:lnSpc>
                <a:spcPct val="95000"/>
              </a:lnSpc>
              <a:spcAft>
                <a:spcPts val="800"/>
              </a:spcAft>
            </a:pPr>
            <a:r>
              <a:rPr sz="4000" b="1">
                <a:solidFill>
                  <a:srgbClr val="1B1A17"/>
                </a:solidFill>
                <a:latin typeface="Rockwell"/>
              </a:rPr>
              <a:t>Lungisani i-A-frame</a:t>
            </a:r>
          </a:p>
        </p:txBody>
      </p:sp>
      <p:sp>
        <p:nvSpPr>
          <p:cNvPr id="11" name="Rectangle 10"/>
          <p:cNvSpPr/>
          <p:nvPr/>
        </p:nvSpPr>
        <p:spPr>
          <a:xfrm>
            <a:off x="777240" y="1694688"/>
            <a:ext cx="1097280" cy="91440"/>
          </a:xfrm>
          <a:prstGeom prst="rect">
            <a:avLst/>
          </a:prstGeom>
          <a:solidFill>
            <a:srgbClr val="B24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2060448"/>
            <a:ext cx="566928" cy="566928"/>
          </a:xfrm>
          <a:prstGeom prst="ellipse">
            <a:avLst/>
          </a:prstGeom>
          <a:solidFill>
            <a:srgbClr val="B24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060448"/>
            <a:ext cx="566928" cy="566928"/>
          </a:xfrm>
          <a:prstGeom prst="rect">
            <a:avLst/>
          </a:prstGeom>
          <a:noFill/>
        </p:spPr>
        <p:txBody>
          <a:bodyPr wrap="square" anchor="ctr" lIns="45720" rIns="45720" tIns="0" bIns="0">
            <a:spAutoFit/>
          </a:bodyPr>
          <a:lstStyle/>
          <a:p>
            <a:pPr algn="ctr">
              <a:spcAft>
                <a:spcPts val="800"/>
              </a:spcAft>
            </a:pPr>
            <a:r>
              <a:rPr sz="2200" b="1">
                <a:solidFill>
                  <a:srgbClr val="FFFFFF"/>
                </a:solidFill>
                <a:latin typeface="Rockwell"/>
              </a:rPr>
              <a:t>1</a:t>
            </a:r>
          </a:p>
        </p:txBody>
      </p:sp>
      <p:sp>
        <p:nvSpPr>
          <p:cNvPr id="14" name="TextBox 13"/>
          <p:cNvSpPr txBox="1"/>
          <p:nvPr/>
        </p:nvSpPr>
        <p:spPr>
          <a:xfrm>
            <a:off x="1508760" y="2106168"/>
            <a:ext cx="4160520" cy="904240"/>
          </a:xfrm>
          <a:prstGeom prst="rect">
            <a:avLst/>
          </a:prstGeom>
          <a:noFill/>
        </p:spPr>
        <p:txBody>
          <a:bodyPr wrap="square" anchor="t" lIns="45720" rIns="45720" tIns="0" bIns="0">
            <a:spAutoFit/>
          </a:bodyPr>
          <a:lstStyle/>
          <a:p>
            <a:pPr algn="l">
              <a:lnSpc>
                <a:spcPct val="95000"/>
              </a:lnSpc>
              <a:spcAft>
                <a:spcPts val="800"/>
              </a:spcAft>
            </a:pPr>
            <a:r>
              <a:rPr sz="2600" b="1">
                <a:solidFill>
                  <a:srgbClr val="1B1A17"/>
                </a:solidFill>
                <a:latin typeface="Verdana"/>
              </a:rPr>
              <a:t>Makani · phendulani · makani</a:t>
            </a:r>
          </a:p>
        </p:txBody>
      </p:sp>
      <p:sp>
        <p:nvSpPr>
          <p:cNvPr id="15" name="Oval 14"/>
          <p:cNvSpPr/>
          <p:nvPr/>
        </p:nvSpPr>
        <p:spPr>
          <a:xfrm>
            <a:off x="731520" y="3056128"/>
            <a:ext cx="566928" cy="566928"/>
          </a:xfrm>
          <a:prstGeom prst="ellipse">
            <a:avLst/>
          </a:prstGeom>
          <a:solidFill>
            <a:srgbClr val="B24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3056128"/>
            <a:ext cx="566928" cy="566928"/>
          </a:xfrm>
          <a:prstGeom prst="rect">
            <a:avLst/>
          </a:prstGeom>
          <a:noFill/>
        </p:spPr>
        <p:txBody>
          <a:bodyPr wrap="square" anchor="ctr" lIns="45720" rIns="45720" tIns="0" bIns="0">
            <a:spAutoFit/>
          </a:bodyPr>
          <a:lstStyle/>
          <a:p>
            <a:pPr algn="ctr">
              <a:spcAft>
                <a:spcPts val="800"/>
              </a:spcAft>
            </a:pPr>
            <a:r>
              <a:rPr sz="2200" b="1">
                <a:solidFill>
                  <a:srgbClr val="FFFFFF"/>
                </a:solidFill>
                <a:latin typeface="Rockwell"/>
              </a:rPr>
              <a:t>2</a:t>
            </a:r>
          </a:p>
        </p:txBody>
      </p:sp>
      <p:sp>
        <p:nvSpPr>
          <p:cNvPr id="17" name="TextBox 16"/>
          <p:cNvSpPr txBox="1"/>
          <p:nvPr/>
        </p:nvSpPr>
        <p:spPr>
          <a:xfrm>
            <a:off x="1508760" y="3101848"/>
            <a:ext cx="4160520" cy="904240"/>
          </a:xfrm>
          <a:prstGeom prst="rect">
            <a:avLst/>
          </a:prstGeom>
          <a:noFill/>
        </p:spPr>
        <p:txBody>
          <a:bodyPr wrap="square" anchor="t" lIns="45720" rIns="45720" tIns="0" bIns="0">
            <a:spAutoFit/>
          </a:bodyPr>
          <a:lstStyle/>
          <a:p>
            <a:pPr algn="l">
              <a:lnSpc>
                <a:spcPct val="95000"/>
              </a:lnSpc>
              <a:spcAft>
                <a:spcPts val="800"/>
              </a:spcAft>
            </a:pPr>
            <a:r>
              <a:rPr sz="2600" b="1">
                <a:solidFill>
                  <a:srgbClr val="1B1A17"/>
                </a:solidFill>
                <a:latin typeface="Verdana"/>
              </a:rPr>
              <a:t>Phakathi kulinganile</a:t>
            </a:r>
          </a:p>
        </p:txBody>
      </p:sp>
      <p:sp>
        <p:nvSpPr>
          <p:cNvPr id="18" name="Rectangle 17"/>
          <p:cNvSpPr/>
          <p:nvPr/>
        </p:nvSpPr>
        <p:spPr>
          <a:xfrm>
            <a:off x="5989320" y="1969008"/>
            <a:ext cx="5608320" cy="3974592"/>
          </a:xfrm>
          <a:prstGeom prst="rect">
            <a:avLst/>
          </a:prstGeom>
          <a:solidFill>
            <a:srgbClr val="F8F4EB"/>
          </a:solidFill>
          <a:ln w="50800">
            <a:solidFill>
              <a:srgbClr val="1B1A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flow-a-frame.jpg"/>
          <p:cNvPicPr>
            <a:picLocks noChangeAspect="1"/>
          </p:cNvPicPr>
          <p:nvPr/>
        </p:nvPicPr>
        <p:blipFill>
          <a:blip r:embed="rId2"/>
          <a:stretch>
            <a:fillRect/>
          </a:stretch>
        </p:blipFill>
        <p:spPr>
          <a:xfrm>
            <a:off x="6099048" y="2440686"/>
            <a:ext cx="5388864" cy="3031236"/>
          </a:xfrm>
          <a:prstGeom prst="rect">
            <a:avLst/>
          </a:prstGeom>
        </p:spPr>
      </p:pic>
      <p:sp>
        <p:nvSpPr>
          <p:cNvPr id="20" name="Rectangle 19"/>
          <p:cNvSpPr/>
          <p:nvPr/>
        </p:nvSpPr>
        <p:spPr>
          <a:xfrm>
            <a:off x="6099048" y="5422392"/>
            <a:ext cx="5388864" cy="411480"/>
          </a:xfrm>
          <a:prstGeom prst="rect">
            <a:avLst/>
          </a:prstGeom>
          <a:solidFill>
            <a:srgbClr val="1B1A17">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08776" y="5422392"/>
            <a:ext cx="5169408" cy="411480"/>
          </a:xfrm>
          <a:prstGeom prst="rect">
            <a:avLst/>
          </a:prstGeom>
          <a:noFill/>
        </p:spPr>
        <p:txBody>
          <a:bodyPr wrap="square" anchor="ctr" lIns="45720" rIns="45720" tIns="0" bIns="0">
            <a:spAutoFit/>
          </a:bodyPr>
          <a:lstStyle/>
          <a:p>
            <a:pPr algn="l">
              <a:spcAft>
                <a:spcPts val="800"/>
              </a:spcAft>
            </a:pPr>
            <a:r>
              <a:rPr sz="1200" b="0">
                <a:solidFill>
                  <a:srgbClr val="FFFFFF"/>
                </a:solidFill>
                <a:latin typeface="Verdana"/>
              </a:rPr>
              <a:t>▶  Play clip · flow-a-frame.mp4</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EFE6D2"/>
        </a:solidFill>
        <a:effectLst/>
      </p:bgPr>
    </p:bg>
    <p:spTree>
      <p:nvGrpSpPr>
        <p:cNvPr id="1" name=""/>
        <p:cNvGrpSpPr/>
        <p:nvPr/>
      </p:nvGrpSpPr>
      <p:grpSpPr/>
      <p:sp>
        <p:nvSpPr>
          <p:cNvPr id="2" name="Rectangle 1"/>
          <p:cNvSpPr/>
          <p:nvPr/>
        </p:nvSpPr>
        <p:spPr>
          <a:xfrm>
            <a:off x="201168" y="201168"/>
            <a:ext cx="11789664" cy="6455664"/>
          </a:xfrm>
          <a:prstGeom prst="rect">
            <a:avLst/>
          </a:prstGeom>
          <a:noFill/>
          <a:ln w="19050">
            <a:solidFill>
              <a:srgbClr val="1B1A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6291072"/>
            <a:ext cx="5486400" cy="274320"/>
          </a:xfrm>
          <a:prstGeom prst="rect">
            <a:avLst/>
          </a:prstGeom>
          <a:noFill/>
        </p:spPr>
        <p:txBody>
          <a:bodyPr wrap="square" anchor="ctr" lIns="45720" rIns="45720" tIns="0" bIns="0">
            <a:spAutoFit/>
          </a:bodyPr>
          <a:lstStyle/>
          <a:p>
            <a:pPr algn="l">
              <a:spcAft>
                <a:spcPts val="800"/>
              </a:spcAft>
            </a:pPr>
            <a:r>
              <a:rPr sz="1000" b="0">
                <a:solidFill>
                  <a:srgbClr val="7A766B"/>
                </a:solidFill>
                <a:latin typeface="Verdana"/>
              </a:rPr>
              <a:t>Grow Food, Grow Strong  ·  F-D1-17</a:t>
            </a:r>
          </a:p>
        </p:txBody>
      </p:sp>
      <p:sp>
        <p:nvSpPr>
          <p:cNvPr id="4" name="TextBox 3"/>
          <p:cNvSpPr txBox="1"/>
          <p:nvPr/>
        </p:nvSpPr>
        <p:spPr>
          <a:xfrm>
            <a:off x="9768840" y="6291072"/>
            <a:ext cx="1828800" cy="274320"/>
          </a:xfrm>
          <a:prstGeom prst="rect">
            <a:avLst/>
          </a:prstGeom>
          <a:noFill/>
        </p:spPr>
        <p:txBody>
          <a:bodyPr wrap="square" anchor="ctr" lIns="45720" rIns="45720" tIns="0" bIns="0">
            <a:spAutoFit/>
          </a:bodyPr>
          <a:lstStyle/>
          <a:p>
            <a:pPr algn="r">
              <a:spcAft>
                <a:spcPts val="800"/>
              </a:spcAft>
            </a:pPr>
            <a:r>
              <a:rPr sz="1000" b="0">
                <a:solidFill>
                  <a:srgbClr val="7A766B"/>
                </a:solidFill>
                <a:latin typeface="Verdana"/>
              </a:rPr>
              <a:t>17 / 18</a:t>
            </a:r>
          </a:p>
        </p:txBody>
      </p:sp>
      <p:sp>
        <p:nvSpPr>
          <p:cNvPr id="5" name="TextBox 4"/>
          <p:cNvSpPr txBox="1"/>
          <p:nvPr/>
        </p:nvSpPr>
        <p:spPr>
          <a:xfrm>
            <a:off x="594360" y="457200"/>
            <a:ext cx="8229600" cy="320040"/>
          </a:xfrm>
          <a:prstGeom prst="rect">
            <a:avLst/>
          </a:prstGeom>
          <a:noFill/>
        </p:spPr>
        <p:txBody>
          <a:bodyPr wrap="square" anchor="t" lIns="45720" rIns="45720" tIns="0" bIns="0">
            <a:spAutoFit/>
          </a:bodyPr>
          <a:lstStyle/>
          <a:p>
            <a:pPr algn="l">
              <a:spcAft>
                <a:spcPts val="800"/>
              </a:spcAft>
            </a:pPr>
            <a:r>
              <a:rPr sz="1300" b="1">
                <a:solidFill>
                  <a:srgbClr val="B24E2A"/>
                </a:solidFill>
                <a:latin typeface="Verdana"/>
              </a:rPr>
              <a:t>USUKU 1</a:t>
            </a:r>
          </a:p>
        </p:txBody>
      </p:sp>
      <p:sp>
        <p:nvSpPr>
          <p:cNvPr id="6" name="TextBox 5"/>
          <p:cNvSpPr txBox="1"/>
          <p:nvPr/>
        </p:nvSpPr>
        <p:spPr>
          <a:xfrm>
            <a:off x="594360" y="804672"/>
            <a:ext cx="11003280" cy="624840"/>
          </a:xfrm>
          <a:prstGeom prst="rect">
            <a:avLst/>
          </a:prstGeom>
          <a:noFill/>
        </p:spPr>
        <p:txBody>
          <a:bodyPr wrap="square" anchor="t" lIns="45720" rIns="45720" tIns="0" bIns="0">
            <a:spAutoFit/>
          </a:bodyPr>
          <a:lstStyle/>
          <a:p>
            <a:pPr algn="l">
              <a:lnSpc>
                <a:spcPct val="95000"/>
              </a:lnSpc>
              <a:spcAft>
                <a:spcPts val="800"/>
              </a:spcAft>
            </a:pPr>
            <a:r>
              <a:rPr sz="4000" b="1">
                <a:solidFill>
                  <a:srgbClr val="1B1A17"/>
                </a:solidFill>
                <a:latin typeface="Rockwell"/>
              </a:rPr>
              <a:t>Kusihlwa: dweba igceke lakho</a:t>
            </a:r>
          </a:p>
        </p:txBody>
      </p:sp>
      <p:sp>
        <p:nvSpPr>
          <p:cNvPr id="7" name="Rectangle 6"/>
          <p:cNvSpPr/>
          <p:nvPr/>
        </p:nvSpPr>
        <p:spPr>
          <a:xfrm>
            <a:off x="640080" y="1539240"/>
            <a:ext cx="1097280" cy="91440"/>
          </a:xfrm>
          <a:prstGeom prst="rect">
            <a:avLst/>
          </a:prstGeom>
          <a:solidFill>
            <a:srgbClr val="B24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905000"/>
            <a:ext cx="5074920" cy="4084320"/>
          </a:xfrm>
          <a:prstGeom prst="rect">
            <a:avLst/>
          </a:prstGeom>
          <a:noFill/>
        </p:spPr>
        <p:txBody>
          <a:bodyPr wrap="square" anchor="t" lIns="45720" rIns="45720" tIns="0" bIns="0">
            <a:spAutoFit/>
          </a:bodyPr>
          <a:lstStyle/>
          <a:p>
            <a:pPr algn="l" marL="412750" indent="-412750">
              <a:spcAft>
                <a:spcPts val="1800"/>
              </a:spcAft>
            </a:pPr>
            <a:r>
              <a:rPr sz="2600" b="1">
                <a:solidFill>
                  <a:srgbClr val="B24E2A"/>
                </a:solidFill>
                <a:latin typeface="Verdana"/>
              </a:rPr>
              <a:t>■  </a:t>
            </a:r>
            <a:r>
              <a:rPr sz="2600" b="0">
                <a:solidFill>
                  <a:srgbClr val="1B1A17"/>
                </a:solidFill>
                <a:latin typeface="Verdana"/>
              </a:rPr>
              <a:t>Indlu · umcibisholo wasenyakatho · ithephu</a:t>
            </a:r>
          </a:p>
          <a:p>
            <a:pPr algn="l" marL="412750" indent="-412750">
              <a:spcAft>
                <a:spcPts val="1800"/>
              </a:spcAft>
            </a:pPr>
            <a:r>
              <a:rPr sz="2600" b="1">
                <a:solidFill>
                  <a:srgbClr val="B24E2A"/>
                </a:solidFill>
                <a:latin typeface="Verdana"/>
              </a:rPr>
              <a:t>■  </a:t>
            </a:r>
            <a:r>
              <a:rPr sz="2600" b="0">
                <a:solidFill>
                  <a:srgbClr val="1B1A17"/>
                </a:solidFill>
                <a:latin typeface="Verdana"/>
              </a:rPr>
              <a:t>Lapho amanzi agobhoza khona · lapho ilanga lishisa khona</a:t>
            </a:r>
          </a:p>
          <a:p>
            <a:pPr algn="l" marL="412750" indent="-412750">
              <a:spcAft>
                <a:spcPts val="1800"/>
              </a:spcAft>
            </a:pPr>
            <a:r>
              <a:rPr sz="2600" b="1">
                <a:solidFill>
                  <a:srgbClr val="B24E2A"/>
                </a:solidFill>
                <a:latin typeface="Verdana"/>
              </a:rPr>
              <a:t>■  </a:t>
            </a:r>
            <a:r>
              <a:rPr sz="2600" b="0">
                <a:solidFill>
                  <a:srgbClr val="1B1A17"/>
                </a:solidFill>
                <a:latin typeface="Verdana"/>
              </a:rPr>
              <a:t>Lapho i-Zone 1 izoba khona</a:t>
            </a:r>
          </a:p>
        </p:txBody>
      </p:sp>
      <p:sp>
        <p:nvSpPr>
          <p:cNvPr id="9" name="Rectangle 8"/>
          <p:cNvSpPr/>
          <p:nvPr/>
        </p:nvSpPr>
        <p:spPr>
          <a:xfrm>
            <a:off x="5989320" y="1813560"/>
            <a:ext cx="5608320" cy="4130040"/>
          </a:xfrm>
          <a:prstGeom prst="rect">
            <a:avLst/>
          </a:prstGeom>
          <a:solidFill>
            <a:srgbClr val="F8F4EB"/>
          </a:solidFill>
          <a:ln w="50800">
            <a:solidFill>
              <a:srgbClr val="1B1A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382000" y="2918460"/>
            <a:ext cx="822960" cy="822960"/>
          </a:xfrm>
          <a:prstGeom prst="rect">
            <a:avLst/>
          </a:prstGeom>
          <a:noFill/>
          <a:ln w="25400">
            <a:solidFill>
              <a:srgbClr val="CA88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82000" y="2918460"/>
            <a:ext cx="822960" cy="822960"/>
          </a:xfrm>
          <a:prstGeom prst="rect">
            <a:avLst/>
          </a:prstGeom>
          <a:noFill/>
        </p:spPr>
        <p:txBody>
          <a:bodyPr wrap="square" anchor="ctr" lIns="45720" rIns="45720" tIns="0" bIns="0">
            <a:spAutoFit/>
          </a:bodyPr>
          <a:lstStyle/>
          <a:p>
            <a:pPr algn="ctr">
              <a:spcAft>
                <a:spcPts val="800"/>
              </a:spcAft>
            </a:pPr>
            <a:r>
              <a:rPr sz="2600" b="0">
                <a:solidFill>
                  <a:srgbClr val="C06F51"/>
                </a:solidFill>
                <a:latin typeface="Verdana"/>
              </a:rPr>
              <a:t>✦</a:t>
            </a:r>
          </a:p>
        </p:txBody>
      </p:sp>
      <p:sp>
        <p:nvSpPr>
          <p:cNvPr id="12" name="TextBox 11"/>
          <p:cNvSpPr txBox="1"/>
          <p:nvPr/>
        </p:nvSpPr>
        <p:spPr>
          <a:xfrm>
            <a:off x="6373368" y="3924300"/>
            <a:ext cx="4840224" cy="822960"/>
          </a:xfrm>
          <a:prstGeom prst="rect">
            <a:avLst/>
          </a:prstGeom>
          <a:noFill/>
        </p:spPr>
        <p:txBody>
          <a:bodyPr wrap="square" anchor="t" lIns="45720" rIns="45720" tIns="0" bIns="0">
            <a:spAutoFit/>
          </a:bodyPr>
          <a:lstStyle/>
          <a:p>
            <a:pPr algn="ctr">
              <a:spcAft>
                <a:spcPts val="800"/>
              </a:spcAft>
            </a:pPr>
            <a:r>
              <a:rPr sz="2000" b="1">
                <a:solidFill>
                  <a:srgbClr val="3C3B37"/>
                </a:solidFill>
                <a:latin typeface="Rockwell"/>
              </a:rPr>
              <a:t>My garden map</a:t>
            </a:r>
          </a:p>
        </p:txBody>
      </p:sp>
      <p:sp>
        <p:nvSpPr>
          <p:cNvPr id="13" name="TextBox 12"/>
          <p:cNvSpPr txBox="1"/>
          <p:nvPr/>
        </p:nvSpPr>
        <p:spPr>
          <a:xfrm>
            <a:off x="6373368" y="5376672"/>
            <a:ext cx="4840224" cy="274320"/>
          </a:xfrm>
          <a:prstGeom prst="rect">
            <a:avLst/>
          </a:prstGeom>
          <a:noFill/>
        </p:spPr>
        <p:txBody>
          <a:bodyPr wrap="square" anchor="t" lIns="45720" rIns="45720" tIns="0" bIns="0">
            <a:spAutoFit/>
          </a:bodyPr>
          <a:lstStyle/>
          <a:p>
            <a:pPr algn="ctr">
              <a:spcAft>
                <a:spcPts val="800"/>
              </a:spcAft>
            </a:pPr>
            <a:r>
              <a:rPr sz="1000" b="0">
                <a:solidFill>
                  <a:srgbClr val="7A766B"/>
                </a:solidFill>
                <a:latin typeface="Verdana"/>
              </a:rPr>
              <a:t>ISITHOMBE · F-IMG-04</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EFE6D2"/>
        </a:solidFill>
        <a:effectLst/>
      </p:bgPr>
    </p:bg>
    <p:spTree>
      <p:nvGrpSpPr>
        <p:cNvPr id="1" name=""/>
        <p:cNvGrpSpPr/>
        <p:nvPr/>
      </p:nvGrpSpPr>
      <p:grpSpPr/>
      <p:sp>
        <p:nvSpPr>
          <p:cNvPr id="2" name="Rectangle 1"/>
          <p:cNvSpPr/>
          <p:nvPr/>
        </p:nvSpPr>
        <p:spPr>
          <a:xfrm>
            <a:off x="201168" y="201168"/>
            <a:ext cx="11789664" cy="6455664"/>
          </a:xfrm>
          <a:prstGeom prst="rect">
            <a:avLst/>
          </a:prstGeom>
          <a:noFill/>
          <a:ln w="19050">
            <a:solidFill>
              <a:srgbClr val="1B1A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6291072"/>
            <a:ext cx="5486400" cy="274320"/>
          </a:xfrm>
          <a:prstGeom prst="rect">
            <a:avLst/>
          </a:prstGeom>
          <a:noFill/>
        </p:spPr>
        <p:txBody>
          <a:bodyPr wrap="square" anchor="ctr" lIns="45720" rIns="45720" tIns="0" bIns="0">
            <a:spAutoFit/>
          </a:bodyPr>
          <a:lstStyle/>
          <a:p>
            <a:pPr algn="l">
              <a:spcAft>
                <a:spcPts val="800"/>
              </a:spcAft>
            </a:pPr>
            <a:r>
              <a:rPr sz="1000" b="0">
                <a:solidFill>
                  <a:srgbClr val="7A766B"/>
                </a:solidFill>
                <a:latin typeface="Verdana"/>
              </a:rPr>
              <a:t>Grow Food, Grow Strong  ·  F-D1-18</a:t>
            </a:r>
          </a:p>
        </p:txBody>
      </p:sp>
      <p:sp>
        <p:nvSpPr>
          <p:cNvPr id="4" name="TextBox 3"/>
          <p:cNvSpPr txBox="1"/>
          <p:nvPr/>
        </p:nvSpPr>
        <p:spPr>
          <a:xfrm>
            <a:off x="9768840" y="6291072"/>
            <a:ext cx="1828800" cy="274320"/>
          </a:xfrm>
          <a:prstGeom prst="rect">
            <a:avLst/>
          </a:prstGeom>
          <a:noFill/>
        </p:spPr>
        <p:txBody>
          <a:bodyPr wrap="square" anchor="ctr" lIns="45720" rIns="45720" tIns="0" bIns="0">
            <a:spAutoFit/>
          </a:bodyPr>
          <a:lstStyle/>
          <a:p>
            <a:pPr algn="r">
              <a:spcAft>
                <a:spcPts val="800"/>
              </a:spcAft>
            </a:pPr>
            <a:r>
              <a:rPr sz="1000" b="0">
                <a:solidFill>
                  <a:srgbClr val="7A766B"/>
                </a:solidFill>
                <a:latin typeface="Verdana"/>
              </a:rPr>
              <a:t>18 / 18</a:t>
            </a:r>
          </a:p>
        </p:txBody>
      </p:sp>
      <p:sp>
        <p:nvSpPr>
          <p:cNvPr id="5" name="TextBox 4"/>
          <p:cNvSpPr txBox="1"/>
          <p:nvPr/>
        </p:nvSpPr>
        <p:spPr>
          <a:xfrm>
            <a:off x="594360" y="457200"/>
            <a:ext cx="8229600" cy="320040"/>
          </a:xfrm>
          <a:prstGeom prst="rect">
            <a:avLst/>
          </a:prstGeom>
          <a:noFill/>
        </p:spPr>
        <p:txBody>
          <a:bodyPr wrap="square" anchor="t" lIns="45720" rIns="45720" tIns="0" bIns="0">
            <a:spAutoFit/>
          </a:bodyPr>
          <a:lstStyle/>
          <a:p>
            <a:pPr algn="l">
              <a:spcAft>
                <a:spcPts val="800"/>
              </a:spcAft>
            </a:pPr>
            <a:r>
              <a:rPr sz="1300" b="1">
                <a:solidFill>
                  <a:srgbClr val="B24E2A"/>
                </a:solidFill>
                <a:latin typeface="Verdana"/>
              </a:rPr>
              <a:t>USUKU 1</a:t>
            </a:r>
          </a:p>
        </p:txBody>
      </p:sp>
      <p:sp>
        <p:nvSpPr>
          <p:cNvPr id="6" name="TextBox 5"/>
          <p:cNvSpPr txBox="1"/>
          <p:nvPr/>
        </p:nvSpPr>
        <p:spPr>
          <a:xfrm>
            <a:off x="594360" y="804672"/>
            <a:ext cx="11003280" cy="624840"/>
          </a:xfrm>
          <a:prstGeom prst="rect">
            <a:avLst/>
          </a:prstGeom>
          <a:noFill/>
        </p:spPr>
        <p:txBody>
          <a:bodyPr wrap="square" anchor="t" lIns="45720" rIns="45720" tIns="0" bIns="0">
            <a:spAutoFit/>
          </a:bodyPr>
          <a:lstStyle/>
          <a:p>
            <a:pPr algn="l">
              <a:lnSpc>
                <a:spcPct val="95000"/>
              </a:lnSpc>
              <a:spcAft>
                <a:spcPts val="800"/>
              </a:spcAft>
            </a:pPr>
            <a:r>
              <a:rPr sz="4000" b="1">
                <a:solidFill>
                  <a:srgbClr val="1B1A17"/>
                </a:solidFill>
                <a:latin typeface="Rockwell"/>
              </a:rPr>
              <a:t>Igama elilodwa</a:t>
            </a:r>
          </a:p>
        </p:txBody>
      </p:sp>
      <p:sp>
        <p:nvSpPr>
          <p:cNvPr id="7" name="Rectangle 6"/>
          <p:cNvSpPr/>
          <p:nvPr/>
        </p:nvSpPr>
        <p:spPr>
          <a:xfrm>
            <a:off x="640080" y="1539240"/>
            <a:ext cx="1097280" cy="91440"/>
          </a:xfrm>
          <a:prstGeom prst="rect">
            <a:avLst/>
          </a:prstGeom>
          <a:solidFill>
            <a:srgbClr val="B24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905000"/>
            <a:ext cx="5074920" cy="4084320"/>
          </a:xfrm>
          <a:prstGeom prst="rect">
            <a:avLst/>
          </a:prstGeom>
          <a:noFill/>
        </p:spPr>
        <p:txBody>
          <a:bodyPr wrap="square" anchor="t" lIns="45720" rIns="45720" tIns="0" bIns="0">
            <a:spAutoFit/>
          </a:bodyPr>
          <a:lstStyle/>
          <a:p>
            <a:pPr algn="l" marL="412750" indent="-412750">
              <a:spcAft>
                <a:spcPts val="1800"/>
              </a:spcAft>
            </a:pPr>
            <a:r>
              <a:rPr sz="2600" b="1">
                <a:solidFill>
                  <a:srgbClr val="B24E2A"/>
                </a:solidFill>
                <a:latin typeface="Verdana"/>
              </a:rPr>
              <a:t>■  </a:t>
            </a:r>
            <a:r>
              <a:rPr sz="2600" b="0">
                <a:solidFill>
                  <a:srgbClr val="1B1A17"/>
                </a:solidFill>
                <a:latin typeface="Verdana"/>
              </a:rPr>
              <a:t>Igama elilodwa ngalolu suku</a:t>
            </a:r>
          </a:p>
          <a:p>
            <a:pPr algn="l" marL="412750" indent="-412750">
              <a:spcAft>
                <a:spcPts val="1800"/>
              </a:spcAft>
            </a:pPr>
            <a:r>
              <a:rPr sz="2600" b="1">
                <a:solidFill>
                  <a:srgbClr val="B24E2A"/>
                </a:solidFill>
                <a:latin typeface="Verdana"/>
              </a:rPr>
              <a:t>■  </a:t>
            </a:r>
            <a:r>
              <a:rPr sz="2600" b="0">
                <a:solidFill>
                  <a:srgbClr val="1B1A17"/>
                </a:solidFill>
                <a:latin typeface="Verdana"/>
              </a:rPr>
              <a:t>Into ozoyenza ekhaya</a:t>
            </a:r>
          </a:p>
          <a:p>
            <a:pPr algn="l" marL="412750" indent="-412750">
              <a:spcAft>
                <a:spcPts val="1800"/>
              </a:spcAft>
            </a:pPr>
            <a:r>
              <a:rPr sz="2600" b="1">
                <a:solidFill>
                  <a:srgbClr val="B24E2A"/>
                </a:solidFill>
                <a:latin typeface="Verdana"/>
              </a:rPr>
              <a:t>■  </a:t>
            </a:r>
            <a:r>
              <a:rPr sz="2600" b="0">
                <a:solidFill>
                  <a:srgbClr val="1B1A17"/>
                </a:solidFill>
                <a:latin typeface="Verdana"/>
              </a:rPr>
              <a:t>Amathuluzi abuyiswe abalwe</a:t>
            </a:r>
          </a:p>
        </p:txBody>
      </p:sp>
      <p:sp>
        <p:nvSpPr>
          <p:cNvPr id="9" name="Rectangle 8"/>
          <p:cNvSpPr/>
          <p:nvPr/>
        </p:nvSpPr>
        <p:spPr>
          <a:xfrm>
            <a:off x="5989320" y="1813560"/>
            <a:ext cx="5608320" cy="4130040"/>
          </a:xfrm>
          <a:prstGeom prst="rect">
            <a:avLst/>
          </a:prstGeom>
          <a:solidFill>
            <a:srgbClr val="F8F4EB"/>
          </a:solidFill>
          <a:ln w="50800">
            <a:solidFill>
              <a:srgbClr val="1B1A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382000" y="2918460"/>
            <a:ext cx="822960" cy="822960"/>
          </a:xfrm>
          <a:prstGeom prst="rect">
            <a:avLst/>
          </a:prstGeom>
          <a:noFill/>
          <a:ln w="25400">
            <a:solidFill>
              <a:srgbClr val="CA88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82000" y="2918460"/>
            <a:ext cx="822960" cy="822960"/>
          </a:xfrm>
          <a:prstGeom prst="rect">
            <a:avLst/>
          </a:prstGeom>
          <a:noFill/>
        </p:spPr>
        <p:txBody>
          <a:bodyPr wrap="square" anchor="ctr" lIns="45720" rIns="45720" tIns="0" bIns="0">
            <a:spAutoFit/>
          </a:bodyPr>
          <a:lstStyle/>
          <a:p>
            <a:pPr algn="ctr">
              <a:spcAft>
                <a:spcPts val="800"/>
              </a:spcAft>
            </a:pPr>
            <a:r>
              <a:rPr sz="2600" b="0">
                <a:solidFill>
                  <a:srgbClr val="C06F51"/>
                </a:solidFill>
                <a:latin typeface="Verdana"/>
              </a:rPr>
              <a:t>✦</a:t>
            </a:r>
          </a:p>
        </p:txBody>
      </p:sp>
      <p:sp>
        <p:nvSpPr>
          <p:cNvPr id="12" name="TextBox 11"/>
          <p:cNvSpPr txBox="1"/>
          <p:nvPr/>
        </p:nvSpPr>
        <p:spPr>
          <a:xfrm>
            <a:off x="6373368" y="3924300"/>
            <a:ext cx="4840224" cy="822960"/>
          </a:xfrm>
          <a:prstGeom prst="rect">
            <a:avLst/>
          </a:prstGeom>
          <a:noFill/>
        </p:spPr>
        <p:txBody>
          <a:bodyPr wrap="square" anchor="t" lIns="45720" rIns="45720" tIns="0" bIns="0">
            <a:spAutoFit/>
          </a:bodyPr>
          <a:lstStyle/>
          <a:p>
            <a:pPr algn="ctr">
              <a:spcAft>
                <a:spcPts val="800"/>
              </a:spcAft>
            </a:pPr>
            <a:r>
              <a:rPr sz="2000" b="1">
                <a:solidFill>
                  <a:srgbClr val="3C3B37"/>
                </a:solidFill>
                <a:latin typeface="Rockwell"/>
              </a:rPr>
              <a:t>Closing circle</a:t>
            </a:r>
          </a:p>
        </p:txBody>
      </p:sp>
      <p:sp>
        <p:nvSpPr>
          <p:cNvPr id="13" name="TextBox 12"/>
          <p:cNvSpPr txBox="1"/>
          <p:nvPr/>
        </p:nvSpPr>
        <p:spPr>
          <a:xfrm>
            <a:off x="6373368" y="5376672"/>
            <a:ext cx="4840224" cy="274320"/>
          </a:xfrm>
          <a:prstGeom prst="rect">
            <a:avLst/>
          </a:prstGeom>
          <a:noFill/>
        </p:spPr>
        <p:txBody>
          <a:bodyPr wrap="square" anchor="t" lIns="45720" rIns="45720" tIns="0" bIns="0">
            <a:spAutoFit/>
          </a:bodyPr>
          <a:lstStyle/>
          <a:p>
            <a:pPr algn="ctr">
              <a:spcAft>
                <a:spcPts val="800"/>
              </a:spcAft>
            </a:pPr>
            <a:r>
              <a:rPr sz="1000" b="0">
                <a:solidFill>
                  <a:srgbClr val="7A766B"/>
                </a:solidFill>
                <a:latin typeface="Verdana"/>
              </a:rPr>
              <a:t>ISITHOMBE · F-IMG-05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