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circle. Pile the learners' materials: browns, greens, manure.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F-D3-S1. Two handfuls: under old mulch vs from a path.</a:t>
            </a:r>
          </a:p>
          <a:p/>
          <a:p>
            <a:r>
              <a:t>Poster: F-P10</a:t>
            </a:r>
          </a:p>
          <a:p>
            <a:r>
              <a:t>Clip F-ANI-13: public/course-animations/soil-health/watch-05-living-soil.mp4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handful of healthy soil holds more life than there are people in South Africa.</a:t>
            </a:r>
          </a:p>
          <a:p/>
          <a:p>
            <a:r>
              <a:t>Poster: F-P10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Timekeeper calls the rotation. Also the tin soak test with the worm count.</a:t>
            </a:r>
          </a:p>
          <a:p/>
          <a:p>
            <a:r>
              <a:t>Poster: F-P10</a:t>
            </a:r>
          </a:p>
          <a:p>
            <a:r>
              <a:t>Clip F-ANI-14: public/course-animations/soil-health/tour-soil-observation.mp4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Reporter: our soil is ___, it needs ___.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F-D3-S2. Show the keyhole bed too: good by the kitchen and for older people.</a:t>
            </a:r>
          </a:p>
          <a:p/>
          <a:p>
            <a:r>
              <a:t>Poster: F-P13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Break up the bottom with the fork.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15 cm: topsoil plus compost. Lip at the edges, mulch, two buckets of water.</a:t>
            </a:r>
          </a:p>
          <a:p/>
          <a:p>
            <a:r>
              <a:t>Poster: F-P13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No-dig raised bed alternative. Bed walk: what would you do differently at home?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F-D3-S3. Start with the Compost Heap energiser.</a:t>
            </a:r>
          </a:p>
          <a:p/>
          <a:p>
            <a:r>
              <a:t>Poster: F-P11</a:t>
            </a:r>
          </a:p>
          <a:p>
            <a:r>
              <a:t>Also: F-ANI-15</a:t>
            </a:r>
          </a:p>
          <a:p>
            <a:r>
              <a:t>Clip F-ANI-15: public/course-animations/soil-health/flow-compost-materials.mp4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 matters: big enough to get hot.</a:t>
            </a:r>
          </a:p>
          <a:p/>
          <a:p>
            <a:r>
              <a:t>Poster: F-P11</a:t>
            </a:r>
          </a:p>
          <a:p>
            <a:r>
              <a:t>Clip F-ANI-16: public/course-animations/soil-health/watch-10-compost-heap.mp4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minutes. Squeeze test each group. Pull the stick in 3 days: warm means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Weeds with seeds only if the heap gets 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group does one step. Agree who stirs.</a:t>
            </a:r>
          </a:p>
          <a:p/>
          <a:p>
            <a:r>
              <a:t>Poster: F-P12</a:t>
            </a:r>
          </a:p>
          <a:p>
            <a:r>
              <a:t>Clip F-ANI-17: public/course-media/farmer-5day/F-ANI-17.mp4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F-D3-S4. Each group does one step. Worm tea 1:10.</a:t>
            </a:r>
          </a:p>
          <a:p/>
          <a:p>
            <a:r>
              <a:t>Poster: F-P12</a:t>
            </a:r>
          </a:p>
          <a:p>
            <a:r>
              <a:t>Clip F-ANI-18: public/course-media/farmer-5day/F-ANI-18.mp4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 manure. Never leave soil bare.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each learner's garden map. Group checks each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circle. Remind: seed to share on Day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F-D3-01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Usuku 3 · Inhlabathi ephilayo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Ondla inhlabathi, inhlabathi yondla isitshalo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Dark crumbly soil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cupped hands holding very dark, crumbly soil with an earthworm and fine roots.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F-D3-02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Iyaphila noma ifile?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Iphunga · umbala · izigaxana · izimpande · imisundu</a:t>
            </a:r>
          </a:p>
        </p:txBody>
      </p:sp>
      <p:pic>
        <p:nvPicPr>
          <p:cNvPr id="7" name="Picture 6" descr="watch-05-living-so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F-ANI-13 · play from the tablet: watch-05-living-soil.mp4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F-D3-03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Okuhlala enhlabathini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Imisundu, amabhungane, isikhunta, amagciwane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Kuguqula izitshalo ezifile kube ukudla kwezitshalo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F-P10 · Soil is alive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55%: a cut-away of soil under a mulched vegetable, magnified: earthworms, a beetle, white fungus threads wrapped around roots, dark crumbs with air gaps, water droplets held in the crumbs, tiny dots for microbes. Bottom 45%: four small panels for the hand tests — (a) a hand squeezing a ball of soil, three results: falls apart / ball that crumbles /…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F-D3-04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Izivivinyo ezine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Cindezelani · Ingilazi · Hogelani nibuke · Imisundu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Imizuzu engu-7 ngasinye</a:t>
            </a:r>
          </a:p>
        </p:txBody>
      </p:sp>
      <p:pic>
        <p:nvPicPr>
          <p:cNvPr id="9" name="Picture 8" descr="tour-soil-observ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148840"/>
            <a:ext cx="5852160" cy="40233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F-ANI-14 · play from the tablet: tour-soil-observation.mp4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Inhlabathi yethu idingani?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Isihlabathi noma ubumba — impendulo iyafana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Izinto ezibolile (organic matter)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Organic matter answer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Split: sandy soil (loose pale grains) and clay soil (cracked plates) each receiving the same handful of dark compost from above.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F-D3-06   ·   Poster F-P13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Mba kanye, yondla iminyaka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1 m ububanzi — unganyatheli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50–60 cm ukujula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Izingqimba njenge-sandwich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F-P13 · Beds that hold water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60%: a cut-away trench bed 1 m wide in the ground with a gogo reaching to the middle from one side and a young man from the other (arms showing the reach). Layers visible like a sandwich: sticks and cardboard at the bottom, manure, green, dry grass, soil — repeated — topsoil with young plants on top, mulch, and a small lip at the edges holding water.…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Mbani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Shayani izikhonkwane 1 m × 2 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Inhlabathi engaphezulu ohlangothini olulodwa, engaphansi kolunye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Shintshanani njalo emizuzwini engu-10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Digging a trench bed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1 m × 2 m pegged rectangle being dug by two people; pale subsoil on one side, dark topsoil on the other; others waiting with a wheelbarrow of dry grass.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F-D3-08   ·   Poster F-P13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Yendlaleni ngezingqimba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Okumahhadla → umquba → okuluhlaza → okomile → inhlabathi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Niselani ungqimba ngalunye · phindani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Inhlabathi engaphansi iye phakathi, ingabi phezulu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Trench bed layers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Cut-away of the trench showing sandwich layers: sticks and cardboard, manure, green leaves, dry grass, soil, repeated; a watering can over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Umhlabathi oqinile?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Yakha uye phezulu, ungambi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Ikhadibhodi elimanzi, bese kuba izingqimba ezifanayo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No-dig raised 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Wet flattened cardboard on hard ground inside a border of logs and sand-filled bottles; layers piling up above ground.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F-D3-10   ·   Poster F-P11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Imfucuza ibe ukudla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Okuluhlaza · Okunsundu · Amanzi · Umoya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F-P11 · Build a compost heap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tall cut-away of a 1 m compost heap with visible layers from the bottom: sticks/stalks (with air gaps), thick yellow-brown dry grass, a thin green layer of fresh cuttings and peels, a dark thin manure layer, a sprinkle of soil, a watering can pouring — repeated three times, topped with a dry-grass blanket and a long stick pushed into the middle. Beside…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F-D3-11   ·   Poster F-P11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Ingxube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Amabhakede 2–3 okunsundu : 1 okuluhlaza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Kumanzana njengendwangu ekhanyiwe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1 m × 1 m × 1 m</a:t>
            </a:r>
          </a:p>
        </p:txBody>
      </p:sp>
      <p:pic>
        <p:nvPicPr>
          <p:cNvPr id="7" name="Picture 6" descr="watch-10-compost-he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F-ANI-16 · play from the tablet: watch-10-compost-heap.mp4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Yakhani inqwaba yenu ye-compost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Izinti ngaphansi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Okunsundu · okuluhlaza · umquba · inhlabathi · amanzi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Induku phakathi, bese nimboza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Building the heap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group of five building a 1 m compost heap in layers; a long stick standing in the middle; piles of browns and greens beside.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Akufakwa enqwabeni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Inyama, amathambo, amafutha, ubisi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Ipulasitiki, ingilazi, amathini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Indle yezilwane noma yabantu · izitshalo ezigulayo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Never in the heap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row of items each with a clear red circle-and-slash overlay: a bone, a bottle, a tin, a cooking-oil bottle, a plastic bag, a dog.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F-D3-14   ·   Poster F-P12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Umquba oketshezi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Umquba esakeni, emgqonyeni wamanzi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Govuzani njalo ezinsukwini ezi-2–3 amasonto ama-2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Inkomishi 1 ezinkomishini 10 zamanzi, enhlabathini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Liquid manure drum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Side cut-away of a 20 L plastic drum. (0–3 s) a hand lowers a hessian sack of dark manure on a string tied to a stick laid across the drum mouth. (3–6 s) water pours in to near the brim, a few green leaves added, lid placed. (6–10 s) a day-counter shown as sun/moon icons cycling 14 times while a stick stirs every few cycles; the water darkens to…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F-D3-15   ·   Poster F-P12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Indlu yemisundu (i-worm farm)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Imisundu ebomvu ye-compost, hhayi imisundu yasengadini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Umbhede wephepha elimanzi · amakhasi · umthunzi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Hhayi amawolintshi, u-anyanisi, inyama, amafutha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Worm farm layers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stacked containers in shade, front cut-away. Top: holes in the base, damp shredded paper bedding, a handful of red worms placed on it, vegetable peels added to one side, a damp sack laid over. Time passes (sun/moon icons): peels shrink, dark crumbly castings build up, a few drops of dark liquid drip through the holes into the bottom container, which…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Izitshalo ezondla inhlabathi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Ehlobo: ubhontshisi, imbumba (cowpeas), i-lablab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Ebusika: i-oats, uphizi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Zisike ngaphambi kokuqhakaza, uzendlale njenge-mulch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Green manure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bed of dense bushy legume plants being cut at flowering and laid on the soil as mulch.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Uhlelo lwami lwenhlabathi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Lapho i-compost yami izoba khona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Lapho umbhede wami wokuqala uzoba khona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Lapho i-mulch yami izovela khona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My garden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Kusihlwa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Qalani inqwaba ye-compost ekhaya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Lethani izitsha zezithombo kusasa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