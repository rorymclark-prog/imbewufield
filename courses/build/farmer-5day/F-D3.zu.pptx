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circle. Pile the learners' materials: browns, greens, manure.</a:t>
            </a:r>
          </a:p>
          <a:p/>
          <a:p>
            <a:r>
              <a:t>Picture F-IMG-14 (coming) — Dark crumbly soil: Two cupped hands holding very dark, crumbly soil with an earthworm and fine roots.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F-D3-S1. Two handfuls: under old mulch vs from a path.</a:t>
            </a:r>
          </a:p>
          <a:p/>
          <a:p>
            <a:r>
              <a:t>Poster: F-P10</a:t>
            </a:r>
          </a:p>
          <a:p>
            <a:r>
              <a:t>Clip F-ANI-13: public/course-media/farmer-5day/F-ANI-13.mp4</a:t>
            </a:r>
          </a:p>
          <a:p>
            <a:r>
              <a:t>Picture F-ANI-13 (coming) — Living soil: Cut-away of dark garden soil under mulch, magnified: earthworms tunnel, fungus threads link roots, tiny specks of life move, crumbs hold air and water droplets; a fallen leaf above is slowly broken down and pulled into the soil. (Replaces the withdrawn clip `soil-health/watch-05-living-soil.mp4`.)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handful of healthy soil holds more life than there are people in South Africa.</a:t>
            </a:r>
          </a:p>
          <a:p/>
          <a:p>
            <a:r>
              <a:t>Poster: F-P10</a:t>
            </a:r>
          </a:p>
          <a:p>
            <a:r>
              <a:t>Picture F-P10-ART (coming) — Artwork for F-P10 · Soil is alive: Top 55%: a cut-away of soil under a mulched vegetable, magnified: earthworms, a beetle, white fungus threads wrapped around roots, dark crumbs with air gaps, water droplets held in the crumbs, tiny dots for microbes. Bottom 45%: four small panels for the hand tests — (a) a hand squeezing a ball of soil, three results: falls apart / ball that crumbles / sticky ribbon between finger and thumb; (b) a clear jar with settled layers (coarse at the bottom, fine in the middle, finest on top, bits floating); (c) a nose near a handful of dark soil; (d) a spade-deep square hole with worms being counted on fingers.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Timekeeper calls the rotation. Also the tin soak test with the worm count.</a:t>
            </a:r>
          </a:p>
          <a:p/>
          <a:p>
            <a:r>
              <a:t>Poster: F-P10</a:t>
            </a:r>
          </a:p>
          <a:p>
            <a:r>
              <a:t>Clip F-ANI-14: public/course-media/farmer-5day/F-ANI-14.mp4</a:t>
            </a:r>
          </a:p>
          <a:p>
            <a:r>
              <a:t>Picture F-ANI-14 (coming) — Soil observation: Hands dig a spade-deep square of garden soil, lift it and crumble it: dark crumbs, fine roots, an earthworm, fungus threads. Beside it a pale hard lump from a path cracks apart with nothing living in it. Slow side-by-side comparison. (Replaces the withdrawn clip `soil-health/tour-soil-observation.mp4`.)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Reporter: our soil is ___, it needs ___.</a:t>
            </a:r>
          </a:p>
          <a:p/>
          <a:p>
            <a:r>
              <a:t>Picture F-IMG-15 (coming) — Organic matter answer: Split: sandy soil (loose pale grains) and clay soil (cracked plates) each receiving the same handful of dark compost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F-D3-S2. Show the keyhole bed too: good by the kitchen and for older people.</a:t>
            </a:r>
          </a:p>
          <a:p/>
          <a:p>
            <a:r>
              <a:t>Poster: F-P13</a:t>
            </a:r>
          </a:p>
          <a:p>
            <a:r>
              <a:t>Picture F-P13-ART (coming) — Artwork for F-P13 · Beds that hold water: Top 60%: a cut-away trench bed 1 m wide in the ground with a gogo reaching to the middle from one side and a young man from the other (arms showing the reach). Layers visible like a sandwich: sticks and cardboard at the bottom, manure, green, dry grass, soil — repeated — topsoil with young plants on top, mulch, and a small lip at the edges holding water. A ruler shape on the side shows the depth (no numbers — the label does it). Bottom 30%: a round keyhole bed from above — a circle with a notch path to a woven compost basket in the centre, a person standing in the notch.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up the bottom with the fork.</a:t>
            </a:r>
          </a:p>
          <a:p/>
          <a:p>
            <a:r>
              <a:t>Picture F-IMG-16 (coming) — Digging a trench bed: A 1 m × 2 m pegged rectangle being dug by two people; pale subsoil on one side, dark topsoil on the other; others waiting with a wheelbarrow of dry grass.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15 cm: topsoil plus compost. Lip at the edges, mulch, two buckets of water.</a:t>
            </a:r>
          </a:p>
          <a:p/>
          <a:p>
            <a:r>
              <a:t>Poster: F-P13</a:t>
            </a:r>
          </a:p>
          <a:p>
            <a:r>
              <a:t>Picture F-IMG-17 (coming) — Trench bed layers: Cut-away of the trench showing sandwich layers: sticks and cardboard, manure, green leaves, dry grass, soil, repeated; a watering can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No-dig raised bed alternative. Bed walk: what would you do differently at home?</a:t>
            </a:r>
          </a:p>
          <a:p/>
          <a:p>
            <a:r>
              <a:t>Picture F-IMG-18 (coming) — No-dig raised bed: Wet flattened cardboard on hard ground inside a border of logs and sand-filled bottles; layers piling up above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F-D3-S3. Start with the Compost Heap energiser.</a:t>
            </a:r>
          </a:p>
          <a:p/>
          <a:p>
            <a:r>
              <a:t>Poster: F-P11</a:t>
            </a:r>
          </a:p>
          <a:p>
            <a:r>
              <a:t>Also: F-ANI-15</a:t>
            </a:r>
          </a:p>
          <a:p>
            <a:r>
              <a:t>Picture F-P11-ART (coming) — Artwork for F-P11 · Build a compost heap: A tall cut-away of a 1 m compost heap with visible layers from the bottom: sticks/stalks (with air gaps), thick yellow-brown dry grass, a thin green layer of fresh cuttings and peels, a dark thin manure layer, a sprinkle of soil, a watering can pouring — repeated three times, topped with a dry-grass blanket and a long stick pushed into the middle. Beside it, four round icons: a green leaf, a brown dry leaf, a water drop, and an air swirl. Bottom strip: a hand squeezing a handful with two drops falling; a hand feeling the warm stick; a fork turning the heap.</a:t>
            </a:r>
          </a:p>
          <a:p>
            <a:r>
              <a:t>Clip F-ANI-15: public/course-animations/soil-health/flow-compost-materials.mp4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matters: big enough to get hot.</a:t>
            </a:r>
          </a:p>
          <a:p/>
          <a:p>
            <a:r>
              <a:t>Poster: F-P11</a:t>
            </a:r>
          </a:p>
          <a:p>
            <a:r>
              <a:t>Clip F-ANI-16: public/course-animations/soil-health/flow-build-compost-heap.mp4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minutes. Squeeze test each group. Pull the stick in 3 days: warm means working.</a:t>
            </a:r>
          </a:p>
          <a:p/>
          <a:p>
            <a:r>
              <a:t>Picture F-IMG-19 (coming) — Building the heap: A group of five building a 1 m compost heap in layers; a long stick standing in the middle; piles of browns and greens beside.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Weeds with seeds only if the heap gets hot.</a:t>
            </a:r>
          </a:p>
          <a:p/>
          <a:p>
            <a:r>
              <a:t>Picture F-IMG-20 (coming) — Never in the heap: A row of items each with a clear red circle-and-slash overlay: a bone, a bottle, a tin, a cooking-oil bottle, a plastic bag, a 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group does one step. Agree who stirs.</a:t>
            </a:r>
          </a:p>
          <a:p/>
          <a:p>
            <a:r>
              <a:t>Poster: F-P12</a:t>
            </a:r>
          </a:p>
          <a:p>
            <a:r>
              <a:t>Clip F-ANI-17: public/course-media/farmer-5day/F-ANI-17.mp4</a:t>
            </a:r>
          </a:p>
          <a:p>
            <a:r>
              <a:t>Picture F-ANI-17 (coming) — Liquid manure drum: Side cut-away of a 20 L plastic drum. (0–3 s) a hand lowers a hessian sack of dark manure on a string tied to a stick laid across the drum mouth. (3–6 s) water pours in to near the brim, a few green leaves added, lid placed. (6–10 s) a day-counter shown as sun/moon icons cycling 14 times while a stick stirs every few cycles; the water darkens to strong-tea brown. (10–15 s) one cup of the dark liquid poured into a watering can beside ten cups of clear water (cups appear one by one); the can waters the soil around a plant, not the leaves. No text, no numbers — the cups show the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F-D3-S4. Each group does one step. Worm tea 1:10.</a:t>
            </a:r>
          </a:p>
          <a:p/>
          <a:p>
            <a:r>
              <a:t>Poster: F-P12</a:t>
            </a:r>
          </a:p>
          <a:p>
            <a:r>
              <a:t>Clip F-ANI-18: public/course-media/farmer-5day/F-ANI-18.mp4</a:t>
            </a:r>
          </a:p>
          <a:p>
            <a:r>
              <a:t>Picture F-ANI-18 (coming) — Worm farm layers: Two stacked containers in shade, front cut-away. Top: holes in the base, damp shredded paper bedding, a handful of red worms placed on it, vegetable peels added to one side, a damp sack laid over. Time passes (sun/moon icons): peels shrink, dark crumbly castings build up, a few drops of dark liquid drip through the holes into the bottom container, which is tapped into a jug. Show a citrus peel and an onion being pushed away with a gentle 'no' shake gesture (no text).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manure. Never leave soil bare.</a:t>
            </a:r>
          </a:p>
          <a:p/>
          <a:p>
            <a:r>
              <a:t>Picture F-IMG-21 (coming) — Green manure: A bed of dense bushy legume plants being cut at flowering and laid on the soil as mulch.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each learner's garden map. Group checks each map.</a:t>
            </a:r>
          </a:p>
          <a:p/>
          <a:p>
            <a:r>
              <a:t>Picture F-IMG-04 (coming) — My garden map: A hand-drawn map on paper seen from above: a house square, a north arrow, a tap, blue arrows of water, a sun symbol on the north side, a circle marking zone 1. Pencil and crayon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circle. Remind: seed to share on Day 5.</a:t>
            </a:r>
          </a:p>
          <a:p/>
          <a:p>
            <a:r>
              <a:t>Picture F-IMG-05 (coming) — Closing circle: Late-afternoon warm light; a circle of standing people, one holding up a hand to speak; tools laid neatly on a tarp in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F-D3-01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USUKU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800" b="1">
                <a:solidFill>
                  <a:srgbClr val="EFE6D2"/>
                </a:solidFill>
                <a:latin typeface="Rockwell"/>
              </a:rPr>
              <a:t>Usuku 3 · Inhlabathi ephilayo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Ondla inhlabathi, inhlabathi yondla isitshalo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Dark crumbly soil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Iyaphila noma ifile?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Iphunga · umbala · izigaxana · izimpande · imisundu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Living soil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Okuhlala enhlabathini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Imisundu, amabhungane, isikhunta, amagciwane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Kuguqula izitshalo ezifile kube ukudla kwezitshalo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F-P10 · Soil is alive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F-P10-ART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Izivivinyo ezine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Cindezelani · Ingilazi · Hogelani nibuke · Imisundu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Imizuzu engu-7 ngasinye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Soil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Inhlabathi yethu idingani?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Isihlabathi noma ubumba — impendulo iyafana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Izinto ezibolile (organic matter)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Organic matter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Mba kanye, yondla iminyaka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 m ububanzi — unganyatheli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50–60 cm ukujula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Izingqimba njenge-sandwich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F-P13 · Beds that hold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F-P13-ART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Mbani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8473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Shayani izikhonkwane 1 m × 2 m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992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44952"/>
            <a:ext cx="4160520" cy="187147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Inhlabathi engaphezulu ohlangothini olulodwa, engaphansi kolunye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962144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6214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07864"/>
            <a:ext cx="4160520" cy="8473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Shintshanani njalo emizuzwini engu-10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Digging a trench 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Yendlaleni ngezingqimba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Okumahhadla → umquba → okuluhlaza → okomile → inhlabathi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3406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406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86328"/>
            <a:ext cx="4160520" cy="8473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Niselani ungqimba ngalunye · phindani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27939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7939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25112"/>
            <a:ext cx="4160520" cy="153009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Inhlabathi engaphansi iye phakathi, ingabi phezulu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Trench bed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Umhlabathi oqinile?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Yakha uye phezulu, ungambi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Ikhadibhodi elimanzi, bese kuba izingqimba ezifanayo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No-dig raised 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Imfucuza ibe ukudla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Okuluhlaza · Okunsundu · Amanzi · Umoya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F-P11 · Build a compost heap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F-P11-ART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Ingxube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Amabhakede 2–3 okunsundu : 1 okuluhlaza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Kumanzana njengendwangu ekhanyiwe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 m × 1 m × 1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ow-build-compost-he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flow-build-compost-heap.mp4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Yakhani inqwaba yenu ye-compost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Izinti ngaphansi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Okunsundu · okuluhlaza · umquba · inhlabathi · amanzi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090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090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547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Induku phakathi, bese nimboza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Building the heap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Akufakwa enqwabeni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Inyama, amathambo, amafutha, ubisi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Ipulasitiki, ingilazi, amathini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Indle yezilwane noma yabantu · izitshalo ezigulayo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Never in the heap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Umquba oketshezi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8473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Umquba esakeni, emgqonyeni wamanzi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9992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992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44952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Govuzani njalo ezinsukwini ezi-2–3 amasonto ama-2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27939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7939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25112"/>
            <a:ext cx="4160520" cy="153009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Inkomishi 1 ezinkomishini 10 zamanzi, enhlabathini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Liquid manure drum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Indlu yemisundu (i-worm farm)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Imisundu ebomvu ye-compost, hhayi imisundu yasengadini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3406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406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8632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Umbhede wephepha elimanzi · amakhasi · umthunzi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62076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207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66648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B1A17"/>
                </a:solidFill>
                <a:latin typeface="Verdana"/>
              </a:rPr>
              <a:t>Hhayi amawolintshi, u-anyanisi, inyama, amafutha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Worm farm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Izitshalo ezondla inhlabathi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Ehlobo: ubhontshisi, imbumba (cowpeas), i-lablab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Ebusika: i-oats, uphizi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Zisike ngaphambi kokuqhakaza, uzendlale njenge-mulch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Green manure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Uhlelo lwami lwenhlabathi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Lapho i-compost yami izoba khona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Lapho umbhede wami wokuqala uzoba khona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Lapho i-mulch yami izovela khona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My garden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F-D3-18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Kusihlwa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Qalani inqwaba ye-compost ekhaya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Lethani izitsha zezithombo kusasa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Closing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