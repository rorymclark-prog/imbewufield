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→ Picked. Then the garden handover roster.</a:t>
            </a:r>
          </a:p>
          <a:p/>
          <a:p>
            <a:r>
              <a:t>Clip F-ANI-28: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Records → Sold and Spent; scan a till slip in a Spent entry.</a:t>
            </a:r>
          </a:p>
          <a:p/>
          <a:p>
            <a:r>
              <a:t>Poster: F-P20</a:t>
            </a:r>
          </a:p>
          <a:p>
            <a:r>
              <a:t>Clip F-ANI-29: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5 · Imbewu, ukudla, imali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Sivala isiyingi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Imbewu yakho ivelaphi?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Yendabuko (open-pollinated): yigcine njalo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I-hybrid (F1): ungayigcini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Imbewu elashiwe (treated) inoshevu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Khetha abazali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Izitshalo ezinhle kakhulu · izitshalo eziningi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Ungalokothi uthathe ezihlumela imbewu kuqala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Indlela eyomile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Yiyekeni yome esitshalweni ize ikhenkethe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Yomile uma iphuka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Indlela emanzi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Imbewu katamatisi engilazini, izinsuku 2–3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Hlanzani · yomiseni isakazekile emthunzini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Gcina uhlole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Kupholile · kumnyama · komile · kunelebula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Imbewu engu-10 endwangwini emanzi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Ezingu-8 ziyamila = imbewu enhle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Ipuleti lomndeni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Uhhafu imifino nezithelo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Ikota isitashi · ikota ubhontshisi, amaqanda, inyama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Umdlalo wamapuleti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Amapuleti ama-3 omndeni onengane encane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Okungenani imibala emi-4 ngosuku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Unyaka wemibala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Izitshalo zasehlobo · izitshalo zasebusika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Okuthile ongakukha njalo ngenyanga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Kalani nibhale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Okudliwe · okwabelwe · okuthengisiwe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Kubhaleni ekhasini lesivuno</a:t>
            </a:r>
          </a:p>
        </p:txBody>
      </p:sp>
      <p:pic>
        <p:nvPicPr>
          <p:cNvPr id="9" name="Picture 8" descr="watch-09-surplus-ro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F-ANI-28 · play from the tablet: watch-09-surplus-routes.mp4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Izikhwama ezimbili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Imali yendlu · imali yengadi · imali elondoloziwe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Usuku lwemakethe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R200 ethinini lengadi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Lingisani ikhadi lenu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Hambisani imali phakathi kwamathini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Imali engenayo, imali ephumayo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Usuku · yini · engenayo · ephumayo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Yibhale ngalo lolo suku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F-ANI-29 · play from the tablet: watch-04-farm-record.mp4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Izindleko ngesixha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R100 esetshenzisiwe ÷ 40 izixha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Intengo yasesitolo? Buza lapha eduze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Beka intengo efanele phakathi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Izinsuku zami ezingu-90 ezizayo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Amasonto 2 okuqala · ngamasonto 6 · ngezinsuku ezingu-90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Khombisani uhlelo lwenu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Imizuzu emi-2 ngamunye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Izinkanyezi ezimbili nesifiso esisodwa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Khethani umngane wenu (buddy)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Senze kanjani?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Umbuzo wezithombe futhi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Iminwe 1 kuye ku-5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Engikuqonde kakhulu · engifuna ukukufunda kabanzi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Izitifiketi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Siyanihalalisela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Hambani kahle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UMentor wenu uzonivakashela kungakapheli amasonto 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Umngane wenu (buddy) uzonishayela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Nakekelani ingadi yethu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