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circle; seed on the seed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F-D5-S1. Read the packet: F1 or hybrid means don't save.</a:t>
            </a:r>
          </a:p>
          <a:p/>
          <a:p>
            <a:r>
              <a:t>Poster: F-P18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 chosen plants with a ribbon.</a:t>
            </a:r>
          </a:p>
          <a:p/>
          <a:p>
            <a:r>
              <a:t>Poster: F-P18</a:t>
            </a:r>
          </a:p>
          <a:p>
            <a:r>
              <a:t>Clip F-ANI-24: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shell beans or maize.</a:t>
            </a:r>
          </a:p>
          <a:p/>
          <a:p>
            <a:r>
              <a:t>Poster: F-P18</a:t>
            </a:r>
          </a:p>
          <a:p>
            <a:r>
              <a:t>Clip F-ANI-25: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class ferment started 2 days ago.</a:t>
            </a:r>
          </a:p>
          <a:p/>
          <a:p>
            <a:r>
              <a:t>Poster: F-P18</a:t>
            </a:r>
          </a:p>
          <a:p>
            <a:r>
              <a:t>Clip F-ANI-27: public/course-media/farmer-5day/F-ANI-27.mp4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seed swap: take up to 5 packets; bring back double next season.</a:t>
            </a:r>
          </a:p>
          <a:p/>
          <a:p>
            <a:r>
              <a:t>Poster: F-P18</a:t>
            </a:r>
          </a:p>
          <a:p>
            <a:r>
              <a:t>Clip F-ANI-26: public/course-animations/seeds-sovereignty/new_seed-storage-jar-vs-bag.mp4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F-D5-S2. Colours: dark green (iron), orange (vitamin A), beans (growing).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food cards per group (F-IMG-50 to 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local planting calendar; frost areas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[APP] twin: log the harvest in Records → Picked. Then the garden handover roster.</a:t>
            </a:r>
          </a:p>
          <a:p/>
          <a:p>
            <a:r>
              <a:t>Clip F-ANI-28: public/course-media/farmer-5day/F-ANI-28.mp4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F-D5-S3. If it all goes in one pocket, you never know if the garden helps.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scenario cards in day-5.md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writes their card's lines. [APP] twin: Records → Sold and Spent; scan a till slip in a Spent entry.</a:t>
            </a:r>
          </a:p>
          <a:p/>
          <a:p>
            <a:r>
              <a:t>Poster: F-P20</a:t>
            </a:r>
          </a:p>
          <a:p>
            <a:r>
              <a:t>Clip F-ANI-29: public/course-media/farmer-5day/F-ANI-29.mp4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own time is worth something too — Farmer Money course goes deeper.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F-D5-S4. Read the example plan.</a:t>
            </a:r>
          </a:p>
          <a:p/>
          <a:p>
            <a:r>
              <a:t>Poster: F-P21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buddy's name on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F-D5-S5. forms.md §5 and §6. Return to the "Our hopes" drawings.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each name clearly; hand personally;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circle, final register, tools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5 · Imbewu, ukudla, imali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Sivala isiyingi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Seed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table covered with small labelled heaps of different seeds (beans of many colours, maize, pumpkin seed) and paper envelopes; hands reaching 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F-D5-02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Imbewu yakho ivelaphi?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Yendabuko (open-pollinated): yigcine njalo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I-hybrid (F1): ungayigcini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Imbewu elashiwe (treated) inoshevu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F-P18 · Save your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two seed packets. Left packet leads to three generations of similar healthy plants (open-pollinated); right packet (marked with a small generic "F1" style badge shape — no letters, use a distinct symbol like a double circle) leads to one good plant then mixed, uneven small plants. Middle left: dry bean pods rattling on the plant, hands shelling,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F-D5-03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Khetha abazali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Izitshalo ezinhle kakhulu · izitshalo eziningi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Ungalokothi uthathe ezihlumela imbewu kuqala</a:t>
            </a:r>
          </a:p>
        </p:txBody>
      </p:sp>
      <p:pic>
        <p:nvPicPr>
          <p:cNvPr id="7" name="Picture 6" descr="seed-selecting-par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F-ANI-24 · play from the tablet: seed-selecting-parents.mp4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F-D5-04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Indlela eyomile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Yiyekeni yome esitshalweni ize ikhenkethe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Yomile uma iphuka</a:t>
            </a:r>
          </a:p>
        </p:txBody>
      </p:sp>
      <p:pic>
        <p:nvPicPr>
          <p:cNvPr id="9" name="Picture 8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F-ANI-25 · play from the tablet: seed-dry-processing.mp4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F-D5-05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Indlela emanzi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Imbewu katamatisi engilazini, izinsuku 2–3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Hlanzani · yomiseni isakazekile emthunzini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Tomato seed ferment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ripe tomato cut in half; seeds and jelly scooped with a spoon into a small glass jar; a little water added; cloth tied over the top. Sun/moon icons cycle 3 times; a thin white skin forms on the surface. The skin and floating seeds are poured off; the heavy seeds at the bottom are tipped into a sieve and rinsed under a stream from a jug; then spread…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F-D5-06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Gcina uhlole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Kupholile · kumnyama · komile · kunelebula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Imbewu engu-10 endwangwini emanzi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Ezingu-8 ziyamila = imbewu enhle</a:t>
            </a:r>
          </a:p>
        </p:txBody>
      </p:sp>
      <p:pic>
        <p:nvPicPr>
          <p:cNvPr id="7" name="Picture 6" descr="new_seed-storage-jar-vs-b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F-ANI-26 · play from the tablet: new_seed-storage-jar-vs-bag.mp4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F-D5-07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Ipuleti lomndeni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Uhhafu imifino nezithelo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Ikota isitashi · ikota ubhontshisi, amaqanda, inyama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F-P19 · Eat the 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round enamel plate from above, divided: half filled with vegetables and fruit of many colours (dark green leaves, orange pumpkin slices, red tomato, purple beetroot), a quarter with pap, a quarter with beans and an egg. Around the plate, a family: a gogo, a mother, a toddler on a lap, a school child — eating together. Along the bottom, four small…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Umdlalo wamapuleti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Amapuleti ama-3 omndeni onengane encane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Okungenani imibala emi-4 ngosuku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F-IMG-50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Food card — dark green leaves bundle (spinach/morogo)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Dark green leaves bundle (spinach/morogo) as it looks in a South African kitchen, on a plain Paper background, no text. Sized to be cut out and placed on a paper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Unyaka wemibala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Izitshalo zasehlobo · izitshalo zasebusika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Okuthile ongakukha njalo ngenyanga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 year of colour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circular calendar ring divided into 12 segments, the top half (summer) full of warm-season vegetable shapes, the bottom half (winter) of cool-season leaf and root shapes.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Kalani nibhale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Okudliwe · okwabelwe · okuthengisiwe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Kubhaleni ekhasini lesivuno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Surplus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basket of harvested vegetables at a homestead; paths lead to three destinations one by one: the family table, a neighbour at the fence, and a small roadside table where a buyer hands over plain generic money (no real currency). (Replaces the withdrawn clip `market-community/watch-09-surplus-routes.mp4`.)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F-D5-11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Izikhwama ezimbili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Imali yendlu · imali yengadi · imali elondoloziwe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F-P20 · Money in, money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three tins on a table with picture icons (a house, a seedling, a small safe/piggy-bank-like clay pot). Arrows: vegetables being handed to a buyer and notes coming back into the seedling tin; notes going out of the seedling tin to a seed packet, a manure bag and a taxi. Middle: an open exercise book with two ruled columns — one with a green arrow…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Usuku lwemakethe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R200 ethinini lengadi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Lingisani ikhadi lenu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Hambisani imali phakathi kwamathini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roadside table of bunches of greens and tomatoes; a buyer handing over notes; three tins on the table with house, seedling and savings-pot icons.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Imali engenayo, imali ephumayo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Usuku · yini · engenayo · ephumayo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Yibhale ngalo lolo suku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Farm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 makes tally marks in two columns of a simple exercise book beside a basket of harvested greens and a hanging scale; bunches move from the basket into three piles (eat, share, sell) as marks appear. Marks are simple strokes, never readable writing. (Replaces the withdrawn clip `market-community/watch-04-farm-record.mp4`.)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Izindleko ngesixha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R100 esetshenzisiwe ÷ 40 izixha = R2.50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Intengo yasesitolo? Buza lapha eduze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Beka intengo efanele phakathi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Cost per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Visual sum: a seed packet + a manure bag + a water drop + a taxi → one bed → a row of 40 small bunches.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F-D5-15   ·   Poster F-P21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Izinsuku zami ezingu-90 ezizayo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Amasonto 2 okuqala · ngamasonto 6 · ngezinsuku ezingu-90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F-P21 · My 90-day garden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path drawn from bottom-left to top-right through three stepping stones. Stone 1: a person mulching and starting a small compost pile beside a tap. Stone 2: the same person digging one bed north of the house and planting seedlings with a spacing stick. Stone 3: the same person harvesting leafy greens into a basket, a jar of seed on the windowsill and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Khombisani uhlelo lwenu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Imizuzu emi-2 ngamunye eqenjini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Izinkanyezi ezimbili nesifiso esisodwa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Khethani umngane wenu (buddy)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Buddies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from the same group shaking hands; one holding a paper plan, the other a basic phone.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Senze kanjani?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Umbuzo wezithombe futhi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Iminwe 1 kuye ku-5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Engikuqonde kakhulu · engifuna ukukufunda kabanzi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Izitifiketi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Siyanihalalisela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Certificate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facilitator handing a certificate to a smiling older woman in her Sunday best; group applauding behind.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Hambani kahle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UMentor wenu uzonivakashela kungakapheli amasonto 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Umngane wenu (buddy) uzonishayela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Nakekelani ingadi yethu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Go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The course garden at dusk: planted beds, compost heaps, the young fruit tree, the swale mound — a few people walking home along the path with seedling trays.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