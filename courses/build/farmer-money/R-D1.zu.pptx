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R-D1-S0. Register and POPIA consent first (forms.md §1–2). Green dot on "no photos" name tags. Agree the call-and-response. Seed Swap: name + a crop you love.</a:t>
            </a:r>
          </a:p>
          <a:p/>
          <a:p>
            <a:r>
              <a:t>Picture R-IMG-01 (coming) — The three families: Three side-by-side scenes, equal width, one per family, same style, a thin Hairline divider between them. **Left — the Dlamini household (rural KZN):** a rondavel and a small block house on a green hillside; a 2 500 ℓ plastic water tank beside the house; trench beds with leafy greens, cabbages and a row of maize. A grandmother (70s, headscarf, cardigan) seated on a chair; her daughter (40s) standing with a hoe; a young man (early 20s) with a phone in his pocket; two children (8 and 12) carrying a watering can. **Middle — the Mokoena household (peri-urban Free State):** a small RDP-style house with a fence of droppers and wire, flat dry grassland beyond; three raised beds with greens and onions, a small plot of green maize. A woman (mid-30s, braids) tying a bunch of greens; a boy (11) and a girl (6) at her side. **Right — Sizanani Youth Garden (Mpumalanga):** a church building with a corrugated-iron roof; beside it a plot with seedling trays on a bench under shade-cloth and greens in rows; three young people (two men, one woman, 21–27) carrying buckets of water. Sun high in the north (shadows fall to the south).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R-D1-S0. Form 6 groups of 5 (mix ages, genders, readers). Name them Bean, Pumpkin, Maize, Banana, Marula, Spinach. Hand out role cards. Say today's promise.</a:t>
            </a:r>
          </a:p>
          <a:p/>
          <a:p>
            <a:r>
              <a:t>Picture R-IMG-01 (coming) — The three families: Three side-by-side scenes, equal width, one per family, same style, a thin Hairline divider between them. **Left — the Dlamini household (rural KZN):** a rondavel and a small block house on a green hillside; a 2 500 ℓ plastic water tank beside the house; trench beds with leafy greens, cabbages and a row of maize. A grandmother (70s, headscarf, cardigan) seated on a chair; her daughter (40s) standing with a hoe; a young man (early 20s) with a phone in his pocket; two children (8 and 12) carrying a watering can. **Middle — the Mokoena household (peri-urban Free State):** a small RDP-style house with a fence of droppers and wire, flat dry grassland beyond; three raised beds with greens and onions, a small plot of green maize. A woman (mid-30s, braids) tying a bunch of greens; a boy (11) and a girl (6) at her side. **Right — Sizanani Youth Garden (Mpumalanga):** a church building with a corrugated-iron roof; beside it a plot with seedling trays on a bench under shade-cloth and greens in rows; three young people (two men, one woman, 21–27) carrying buckets of water. Sun high in the north (shadows fall to the south).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R-D1-S1. Hook first: hold up a R100 note, ask "what do you feel?" Then groups share one hope for the course. Point to callouts 1–5. Take 3 additions. Everyone signs or marks.</a:t>
            </a:r>
          </a:p>
          <a:p/>
          <a:p>
            <a:r>
              <a:t>Poster: R-P01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R-D1-S1. Each group draws a family card (2 groups per family). Read each card aloud once. Groups draw their family (12 min); Reporters introduce them in 1 minute. Say: they are not real — they carry our sums.</a:t>
            </a:r>
          </a:p>
          <a:p/>
          <a:p>
            <a:r>
              <a:t>Picture R-IMG-01 (coming) — The three families: Three side-by-side scenes, equal width, one per family, same style, a thin Hairline divider between them. **Left — the Dlamini household (rural KZN):** a rondavel and a small block house on a green hillside; a 2 500 ℓ plastic water tank beside the house; trench beds with leafy greens, cabbages and a row of maize. A grandmother (70s, headscarf, cardigan) seated on a chair; her daughter (40s) standing with a hoe; a young man (early 20s) with a phone in his pocket; two children (8 and 12) carrying a watering can. **Middle — the Mokoena household (peri-urban Free State):** a small RDP-style house with a fence of droppers and wire, flat dry grassland beyond; three raised beds with greens and onions, a small plot of green maize. A woman (mid-30s, braids) tying a bunch of greens; a boy (11) and a girl (6) at her side. **Right — Sizanani Youth Garden (Mpumalanga):** a church building with a corrugated-iron roof; beside it a plot with seedling trays on a bench under shade-cloth and greens in rows; three young people (two men, one woman, 21–27) carrying buckets of water. Sun high in the north (shadows fall to the south).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R-D1-S1. Eight cards (README table). Co-facilitator counts people per corner. Do NOT give answers — we replay on Day 3.</a:t>
            </a:r>
          </a:p>
          <a:p/>
          <a:p>
            <a:r>
              <a:t>Picture R-IMG-20 (coming) — Picture quiz cards (8 × 3): Eight A4 landscape cards, one per quiz question (README table). Each card: a small question picture on the top third, and three answer panels below marked by a **big letter A, B, C typeset by the layout** (the art itself has no letters). 1 · top: coins from a spinach sale; A: coins into a purse with other things; B: coins into a tin beside an open book; C: many hands reaching. 2 · top: a question-shape above a shopping basket; A: phone with game; B: bag of maize meal; C: fancy cap. 3 · top: a phone ringing; A: an older woman speaking into it, relaxed; B: the same, covering half her mouth; C: her hand putting the phone down, firm. 4 · top: a spaza owner receiving 20 bunches; A: bunches at the spaza + an empty hand with a calendar page; B: an empty hand; C: bunches on a rubbish heap. 5 · top: seed packet + compost bag + a pile of coins; A/B/C: three coin piles of clearly different sizes (small, medium, large — the numbers are typeset). 6 · top: a hand receiving notes; A/B/C: three paths with coin piles of different heights and calendars with different numbers of pages. 7 · top: a hand passing a card to another hand (lender, hands only); A: a shrug; B: a red stop hand; C: a heart. 8 · top: a row of tins (season); A: a gift; B: school shoes and uniform; C: a frost-covered 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R-D1-S2. Leaking bottle demo over a basin. Ask where the water goes. Play the clip if you have a screen.</a:t>
            </a:r>
          </a:p>
          <a:p/>
          <a:p>
            <a:r>
              <a:t>Poster: R-P02</a:t>
            </a:r>
          </a:p>
          <a:p>
            <a:r>
              <a:t>Clip R-ANI-01: public/course-media/farmer-money/R-ANI-01.mp4</a:t>
            </a:r>
          </a:p>
          <a:p>
            <a:r>
              <a:t>Picture R-ANI-01 (coming) — The leaking bucket: A clear bucket with a tin-roof-house shape printed on its side (no text). Generic coins pour in from a tap at the top (0–4 s). Five holes of different sizes in the bottom; coins trickle out of each into small labelled-by-picture dishes: food basket (biggest stream), taxi, light bulb, phone, sweets (smallest) (4–10 s). A hand places a patch over the sweets hole and the phone hole; the coin level in the bucket stops falling and starts to rise slightly (10–14 s). Fade to start (14–15 s). Poster frame: the bucket with all five leaks.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R-D1-S2. Point to the in-arrows (grant, wages, piece jobs, garden), the house, the out-arrows (food biggest). One bean = R50; the family card gives the beans for every line.</a:t>
            </a:r>
          </a:p>
          <a:p/>
          <a:p>
            <a:r>
              <a:t>Poster: R-P02</a:t>
            </a:r>
          </a:p>
          <a:p>
            <a:r>
              <a:t>Also: R-ANI-01</a:t>
            </a:r>
          </a:p>
          <a:p>
            <a:r>
              <a:t>Picture R-P02-ART (coming) — Artwork for R-P02 · The money map: A simple house (tin roof, one door) in the centre, drawn like a container with a small coin pile inside. **Left side:** three thick arrows flowing **into** the house from ① a grant card held in an older woman's hand, a hand with a wage packet, and a bunch of spinach being handed over for coins. **Right side:** arrows flowing **out** to ③ a food basket with maize meal, a minibus taxi, school shoes, a light bulb, a phone, a church, a small cash box (stokvel). The food arrow is the thickest. ④ At the bottom of the house several small drips of coins leak out (sweets, airtime, a cold drink shown very small). Beans are scattered beside each arrow like counters.</a:t>
            </a:r>
          </a:p>
          <a:p>
            <a:r>
              <a:t>Clip R-ANI-01: public/course-media/farmer-money/R-ANI-01.mp4</a:t>
            </a:r>
          </a:p>
          <a:p>
            <a:r>
              <a:t>Picture R-ANI-01 (coming) — The leaking bucket: A clear bucket with a tin-roof-house shape printed on its side (no text). Generic coins pour in from a tap at the top (0–4 s). Five holes of different sizes in the bottom; coins trickle out of each into small labelled-by-picture dishes: food basket (biggest stream), taxi, light bulb, phone, sweets (smallest) (4–10 s). A hand places a patch over the sweets hole and the phone hole; the coin level in the bucket stops falling and starts to rise slightly (10–14 s). Fade to start (14–15 s). Poster frame: the bucket with all five leaks.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R-D1-S2. Groups build the map on flipchart with beans; Recorder draws arrows and pictures. Call 5 minutes left at 11:25. Then 12-min gallery walk: one sticky note per map, "biggest leak I see".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R-D1-S2. Point to the scale. Airtime to call the clinic is a need; data for games is a want. Each family decides.</a:t>
            </a:r>
          </a:p>
          <a:p/>
          <a:p>
            <a:r>
              <a:t>Poster: R-P03</a:t>
            </a:r>
          </a:p>
          <a:p>
            <a:r>
              <a:t>Picture R-P03-ART (coming) — Artwork for R-P03 · Needs first, wants later: A traditional balance scale made of a stick and two woven baskets. ① The lower, heavier basket holds a bag of maize meal, a 20 ℓ water drum, a pair of school shoes, a clinic card, a candle, soap. ② The higher basket holds a takeaway box, a fancy cap, a bag of sweets, a phone showing a game (simple shapes). ③ Between them, hanging from the middle, a plain phone with a small question mark shape above it (airtime — it depends). A woman and a teenage boy stand either side,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R-D1-S2. 11 minutes sorting. Then each group gets a shock card (funeral R600, taxi +R100, fridge R500, school trip R300). Take the beans from the map — wants first.</a:t>
            </a:r>
          </a:p>
          <a:p/>
          <a:p>
            <a:r>
              <a:t>Picture R-IMG-02 (coming) — Needs and wants picture cards (24): One A4 sheet of 24 equal cards (4 × 6 grid, 5 mm gutters, cut lines), each a single simple object on Paper, thick outline, no text: 1 bag of maize meal · 2 loaf of bread · 3 paraffin/gas bottle · 4 prepaid electricity token (a plain slip beside a light bulb) · 5 bar of soap · 6 school shoes · 7 school uniform jersey · 8 minibus taxi · 9 clinic card and pills · 10 plain phone with a talking bubble (airtime) · 11 phone with a game controller shape (data for games) · 12 takeaway chicken box · 13 fizzy cold drink · 14 sweets · 15 a fancy cap · 16 a small cash box (stokvel) · 17 a church · 18 a coffin-shaped outline with flowers (burial society) — drawn gently · 19 a seed packet · 20 a bag of compost · 21 a birthday cake · 22 a hair salon chair · 23 a bottle of beer (plain bottle, no label) · 24 a small TV. Print in colour; must still read in black and white.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R-D1-S2 debrief: three questions. Language time 2 min. Take home (optional, private): a bean map on the kitchen table tonight.</a:t>
            </a:r>
          </a:p>
          <a:p/>
          <a:p>
            <a:r>
              <a:t>Poster: R-P02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R-D1-S3. Energiser "Stand for a Need" first (5 min). Ask: before a long journey, what do you do?</a:t>
            </a:r>
          </a:p>
          <a:p/>
          <a:p>
            <a:r>
              <a:t>Poster: R-P04</a:t>
            </a:r>
          </a:p>
          <a:p>
            <a:r>
              <a:t>Picture R-P04-ART (coming) — Artwork for R-P04 · Plan the month before it starts: A kitchen table seen from slightly above. A woman (40s, headscarf) places generic banknotes onto a large sheet divided into six rows, each row marked only by an icon: ① a hand receiving coins ② a food basket ③ a lidded tin with a lock ④ a seedling in a tin ⑤ a cap and sweets ⑥ an umbrella (surprises). The notes on rows ②–④ are in bigger piles than on ⑤. A teenage girl sits beside her, helping count. A wall calendar hangs behind (grid only, no numbers).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R-D1-S3. Point to rows 1–6 in order. The rule: at least R100 stays in "surprises".</a:t>
            </a:r>
          </a:p>
          <a:p/>
          <a:p>
            <a:r>
              <a:t>Poster: R-P04</a:t>
            </a:r>
          </a:p>
          <a:p>
            <a:r>
              <a:t>Picture R-P04-ART (coming) — Artwork for R-P04 · Plan the month before it starts: A kitchen table seen from slightly above. A woman (40s, headscarf) places generic banknotes onto a large sheet divided into six rows, each row marked only by an icon: ① a hand receiving coins ② a food basket ③ a lidded tin with a lock ④ a seedling in a tin ⑤ a cap and sweets ⑥ an umbrella (surprises). The notes on rows ②–④ are in bigger piles than on ⑤. A teenage girl sits beside her, helping count. A wall calendar hangs behind (grid only, no numbers).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R-D1-S3. Materials counts the family's month out of the group's play-money bag. Recorder writes or draws amounts on the budget sheet (P5). Walk round: where did the airtime go? Reporters: "We kept R__ by cutting __".</a:t>
            </a:r>
          </a:p>
          <a:p/>
          <a:p>
            <a:r>
              <a:t>Picture R-IMG-03 (coming) — Play money artwork: Artwork for printed **play money** notes and coins. Notes 120 × 60 mm (clearly smaller than real notes, which must not be copied), coins 30 mm circles. Each note: Paper background, a big plain oval on the left with a simple **crop** drawing (R10 = a bean pod, R20 = a spinach leaf, R50 = a cabbage, R100 = a maize cob), a thick colour band down the right side (R10 Leaf, R20 Ochre, R50 Ink with a dotted pattern, R100 Forest — Water blue is kept for water only), and an empty box top right where the **value is typeset** large ("R10") with the words "PLAY MONEY — NOT LEGAL TENDER" typeset along the bottom by the layout (not in the art). Coins: R1, R2, R5 as plain circles with a seed pattern, colour Ochre / Mid-green / Ink outline. Deliver as layered SVG/PDF so values are typeset text. **Must not resemble any real SA banknote.**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R-D1-S3. Tell Lerato's story (R120 gone by Friday). Groups label three tins and split R300 of play money; explain why.</a:t>
            </a:r>
          </a:p>
          <a:p/>
          <a:p>
            <a:r>
              <a:t>Poster: R-P05</a:t>
            </a:r>
          </a:p>
          <a:p>
            <a:r>
              <a:t>Also: R-P05-ART</a:t>
            </a:r>
          </a:p>
          <a:p>
            <a:r>
              <a:t>Clip R-ANI-02: public/course-media/farmer-money/R-ANI-02.mp4</a:t>
            </a:r>
          </a:p>
          <a:p>
            <a:r>
              <a:t>Picture R-ANI-02 (coming) — Three tins: A hand hands over a bunch of greens; a buyer's hand gives coins (0–3 s). The coins drop into a tin marked with a seedling icon (FARM) (3–6 s). A family of three appears around a table; a hand lifts some coins from the FARM tin into a tin with a house icon (HOME) and a tin with a padlock icon (SAVE); some coins stay in FARM (6–12 s). The three tins sit side by side, all with some coins (12–15 s). Poster frame: the three tins.</a:t>
            </a:r>
          </a:p>
          <a:p>
            <a:r>
              <a:t>Picture R-P05-ART (coming) — Artwork for R-P05 · Three tins: Three large, identical tins with lids on a shelf. Each has a simple painted icon: ① a house ② a padlock ③ a seedling. ④ From the left, a hand holds coins just received for a bunch of spinach (the bunch is in the other hand of a buyer at the edge) and drops them into the **seedling tin first**; from the seedling tin, two curved arrows lead to the house tin and the padlock tin. A family (grandmother, mother, young man) stands below, looking at the tins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R-D1-S3. Read the Dlamini scene (P11 back). Talk about the Dlamini family, not our own. Offer women-only / men-only groups if learners want. Write "ways to agree" beside R-P05. Disclosures: private follow-up only.</a:t>
            </a:r>
          </a:p>
          <a:p/>
          <a:p>
            <a:r>
              <a:t>Poster: R-P05</a:t>
            </a:r>
          </a:p>
          <a:p>
            <a:r>
              <a:t>Picture R-IMG-01 (coming) — The three families: Three side-by-side scenes, equal width, one per family, same style, a thin Hairline divider between them. **Left — the Dlamini household (rural KZN):** a rondavel and a small block house on a green hillside; a 2 500 ℓ plastic water tank beside the house; trench beds with leafy greens, cabbages and a row of maize. A grandmother (70s, headscarf, cardigan) seated on a chair; her daughter (40s) standing with a hoe; a young man (early 20s) with a phone in his pocket; two children (8 and 12) carrying a watering can. **Middle — the Mokoena household (peri-urban Free State):** a small RDP-style house with a fence of droppers and wire, flat dry grassland beyond; three raised beds with greens and onions, a small plot of green maize. A woman (mid-30s, braids) tying a bunch of greens; a boy (11) and a girl (6) at her side. **Right — Sizanani Youth Garden (Mpumalanga):** a church building with a corrugated-iron roof; beside it a plot with seedling trays on a bench under shade-cloth and greens in rows; three young people (two men, one woman, 21–27) carrying buckets of water. Sun high in the north (shadows fall to the south).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R-D1-S4. Ask where grandmother kept money. Explain VSLA / stokvel (three locks, three keys, share-out). Bank deposits protected up to R100 000 per person per bank; stokvels are not — keep records.</a:t>
            </a:r>
          </a:p>
          <a:p/>
          <a:p>
            <a:r>
              <a:t>Poster: R-P06</a:t>
            </a:r>
          </a:p>
          <a:p>
            <a:r>
              <a:t>Also: R-IMG-06</a:t>
            </a:r>
          </a:p>
          <a:p>
            <a:r>
              <a:t>Picture R-P06-ART (coming) — Artwork for R-P06 · Ways to save: Four equal panels in a 2 × 2 grid. ① A savings group: eight people (mostly women, one man, one youth) on chairs in a circle; on a small table a metal cash box with **three padlocks**; three people each hold a key; one writes in a book. ② A small plain bank building (no signage) with a woman at a counter handing over a card. ③ A hand holding a plain phone; a coin shape moving from the phone to another phone. ④ A tin on a high shelf behind jars in a kitchen.</a:t>
            </a:r>
          </a:p>
          <a:p>
            <a:r>
              <a:t>Picture R-IMG-06 (coming) — A savings group meeting: Ten people (mostly women, two men, one youth) sit on plastic chairs in a circle under a tree. On a small table in the middle: a metal cash box with **three padlocks**, a ledger book, a bowl for the social fund. Three different members each hold one key on a string. One woman counts generic notes aloud while another watches; a third writes in the ledger. Warm, orderly, trusted.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R-D1-S4. Co-facilitator fills a table of bean counts beside R-P06. No perfect place — many families use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R-D1-S4. Point to scenes 1–5. SASSA toll-free 0800 60 10 11. Money taken: phone the number on the back of the card at once, then SAPS.</a:t>
            </a:r>
          </a:p>
          <a:p/>
          <a:p>
            <a:r>
              <a:t>Poster: R-P07</a:t>
            </a:r>
          </a:p>
          <a:p>
            <a:r>
              <a:t>Also: R-IMG-04</a:t>
            </a:r>
          </a:p>
          <a:p>
            <a:r>
              <a:t>Picture R-P07-ART (coming) — Artwork for R-P07 · Keep your money safe: Five small scenes around a central shield shape. ① An older woman holding her bank card close, lips closed, a small shadowy figure behind her trying to peer. ② A hand cupped over an ATM keypad. ③ A phone ringing, with a warning triangle, and a hand refusing (palm out). ④ A big shiny gift box with a fish hook hanging from it. ⑤ A shop counter where a card is being taken back firmly by its owner. The shadowy figures are silhouettes, not any recognisable group.</a:t>
            </a:r>
          </a:p>
          <a:p>
            <a:r>
              <a:t>Picture R-IMG-04 (coming) — A scam message on a phone: Close-up of an older woman's hand holding a plain smartphone. The screen shows an empty message bubble (blank — the words are typeset on the slide) and a bright warning triangle above it. Her other hand is raised, palm out, refusing. Background: a kitchen with a tin on a shelf. A small shadowy silhouette appears inside the phone screen corner (the unknown sender) — neutral, no features.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R-D1-S4. Read 10 cards (P15). 20 seconds' talk, then cards up. Answers: 1 red, 2 red, 3 green, 4 red, 5 red, 6 green, 7 red, 8 green, 9 red, 10 red. Short on time: cards 1, 3, 4, 5, 7, 10.</a:t>
            </a:r>
          </a:p>
          <a:p/>
          <a:p>
            <a:r>
              <a:t>Picture R-IMG-04 (coming) — A scam message on a phone: Close-up of an older woman's hand holding a plain smartphone. The screen shows an empty message bubble (blank — the words are typeset on the slide) and a bright warning triangle above it. Her other hand is raised, palm out, refusing. Background: a kitchen with a tin on a shelf. A small shadowy silhouette appears inside the phone screen corner (the unknown sender) — neutral, no features.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R-D1-SC. One word each; group take-home actions; Question Tree; money back (count play money and beans against the card); register PM; daily report.</a:t>
            </a:r>
          </a:p>
          <a:p/>
          <a:p>
            <a:r>
              <a:t>Poster: R-P05</a:t>
            </a:r>
          </a:p>
          <a:p>
            <a:r>
              <a:t>Picture R-P05-ART (coming) — Artwork for R-P05 · Three tins: Three large, identical tins with lids on a shelf. Each has a simple painted icon: ① a house ② a padlock ③ a seedling. ④ From the left, a hand holds coins just received for a bunch of spinach (the bunch is in the other hand of a buyer at the edge) and drops them into the **seedling tin first**; from the seedling tin, two curved arrows lead to the house tin and the padlock tin. A family (grandmother, mother, young man) stands below, looking at the tins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R-D1-01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1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USUKU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FF4E0"/>
                </a:solidFill>
                <a:latin typeface="Arial Rounded MT Bold"/>
              </a:rPr>
              <a:t>Siyanamukela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Farmer Money (Imali Yomlimi)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Usuku 1 kwezi-3 · Imali yasekhaya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98280" y="205740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The three families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2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Namuhla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Imali ivelaphi, iyaphi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Yihlele, yonge, yigcine iphephile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Amaqembu aba-5, awashintshi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The three families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Isivumelwano sethu semali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Imindeni eqanjiwe kuphela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Ungadlula · kusala lapha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Akudayiswa lutho kuleli gumbi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4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Yazani imindeni emithathu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Umndeni wakwaDlamini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Umndeni wakwaMokoena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Sizanani Youth Garden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The three families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5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Imibuzo ngezithombe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Bhekani ikhadi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9400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Hambani niye ekhoneni A, B noma C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139184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3918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84904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Akufundwa, akubhalwa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Picture quiz cards (8 × 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FF4E0"/>
                </a:solidFill>
                <a:latin typeface="Calibri"/>
              </a:rPr>
              <a:t>IPHOSTA R-P02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R-D1-06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6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USUKU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FF4E0"/>
                </a:solidFill>
                <a:latin typeface="Arial Rounded MT Bold"/>
              </a:rPr>
              <a:t>Imephu yemali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Imali iyaphi?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98280" y="2057400"/>
            <a:ext cx="822960" cy="822960"/>
          </a:xfrm>
          <a:prstGeom prst="ellipse">
            <a:avLst/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The leaking bucket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IVIDIYO · R-ANI-01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Ingena, umndeni, iphuma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Imali engenayo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Imali ephumayo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Ukuvuza okuncane kuyahlangana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R-P02 · The money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R-P02-ART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8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B2B2B"/>
                </a:solidFill>
                <a:latin typeface="Arial Rounded MT Bold"/>
              </a:rPr>
              <a:t>Yakhani imephu yemali yomndeni wenu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134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0710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071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5282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Ubhontshisi ongenayo uvela kwesobunxele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2034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2034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6606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Ubhontshisi ophumayo uya kwesokudla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33572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3357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9292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Kusaleni? (27 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Izidingo kuqala, izifiso kamuva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Isidingo: kumele sibe khona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Isifiso: singalinda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Kuya ngesimo — nini?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R-P03 · Needs first, wants 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R-P03-ART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10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Hlelani amakhadi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Amakhadi angu-24, izinqwaba ezintathu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Isidingo · Isifiso · Kuya ngesimo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Bese: ikhadi lenkinga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Needs and wants picture cards (24)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Amamephu abonisani?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Ukudla kungumcibisholo omkhulu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Izibonelelo zithwala imindeni eminingi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Kubone ngaphambi kokuthi ukulungise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FF4E0"/>
                </a:solidFill>
                <a:latin typeface="Calibri"/>
              </a:rPr>
              <a:t>IPHOSTA R-P04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R-D1-12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12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USUKU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FF4E0"/>
                </a:solidFill>
                <a:latin typeface="Arial Rounded MT Bold"/>
              </a:rPr>
              <a:t>Hlela inyanga kuqala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Ibhajethi iwuhlelo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Lwenziwa ngaphambi kokuqala kwenyanga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8280" y="205740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R-P04 · Plan the month before it starts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R-P04-ART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B2B2B"/>
                </a:solidFill>
                <a:latin typeface="Arial Rounded MT Bold"/>
              </a:rPr>
              <a:t>Imigqa eyisithupha, ngokulandelana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590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Engenayo · izidingo · yonga · insimu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Bese kuba izifiso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Gcinela okungalindelekile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760220"/>
            <a:ext cx="5608320" cy="418338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89179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89763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R-P04 · Plan the month before it starts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R-P04-ART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14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B2B2B"/>
                </a:solidFill>
                <a:latin typeface="Arial Rounded MT Bold"/>
              </a:rPr>
              <a:t>Yenzani ibhajethi ngemali yokudlala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134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0710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071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5282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2B2B2B"/>
                </a:solidFill>
                <a:latin typeface="Calibri"/>
              </a:rPr>
              <a:t>Thathani imali yenyanga yomndeni wenu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8726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872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33298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2B2B2B"/>
                </a:solidFill>
                <a:latin typeface="Calibri"/>
              </a:rPr>
              <a:t>Bekani amanothi emgqeni ngamunye, ngokulandelana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6742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674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1314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2B2B2B"/>
                </a:solidFill>
                <a:latin typeface="Calibri"/>
              </a:rPr>
              <a:t>Gcinani R100 yokungalindelekile (20 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915668"/>
            <a:ext cx="5608320" cy="402793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96951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6951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97535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Play money artwork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Amathini amathathu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Ikhaya · Ukonga · Insimu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Imali yengadi ingena ku-INSIMU kuqala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Insimu ikhokhela ikhaya — ngenhloso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Three tins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IVIDIYO · R-ANI-02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Ubani onqumayo?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ISonto lomndeni wakwaDlamini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Ubani osebenzayo? Ubani onqumayo?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Bangavumelana kanjani? (12 min)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The three families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Izindlela zokonga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Istokfela · i-akhawunti yasebhange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Imali eselula · ithini ekhaya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Uzosebenzisa ziphi ezimbili?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R-P06 · Ways to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R-P06-ART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18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B2B2B"/>
                </a:solidFill>
                <a:latin typeface="Arial Rounded MT Bold"/>
              </a:rPr>
              <a:t>Nikezani izindlela ezine amaphuzu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134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0710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071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5282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Kuphephile? Kuyashesha? Kumahhala?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2034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2034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6606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Kungisiza ngiqhubeke ngonga?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33572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3357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9292"/>
            <a:ext cx="9951720" cy="101803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Ubhontshisi owodwa ku-yebo ngamunye (13 min)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Gcina imali yakho iphephile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I-PIN ne-OTP: ungatsheli muntu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Akekho ogcina ikhadi lakho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Kuhle kakhulu? Yinkohliso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R-P07 · Keep your money safe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R-P07-ART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20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Inkohliso noma kuphephile?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Lalelani ikhadi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9400"/>
            <a:ext cx="4160520" cy="164388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Okubomvu = inkohliso · Okuluhlaza = kuphephile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0900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090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547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Yishoni ukuthi kungani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 scam message on a 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Okwenziwa ekhaya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Bhala amathini amathathu namuhla ebusuku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Shintsha i-PIN ebuthakathaka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Imali yokudlala: ibaleni yonke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R-P05 · Three tins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R-P05-ART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