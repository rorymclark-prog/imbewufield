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R-D1-S0. Register and POPIA consent first (forms.md §1–2). Green dot on "no photos" name tags. Agree the call-and-response. Seed Swap: name + a crop you love.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R-D1-S0. Form 6 groups of 5 (mix ages, genders, readers). Name them Bean, Pumpkin, Maize, Banana, Marula, Spinach. Hand out role cards. Say today's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Hook first: hold up a R100 note, ask "what do you feel?" Then groups share one hope for the course. Point to callouts 1–5. Take 3 additions. Everyone signs or marks.</a:t>
            </a:r>
          </a:p>
          <a:p/>
          <a:p>
            <a:r>
              <a:t>Poster: R-P01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Each group draws a family card (2 groups per family). Read each card aloud once. Groups draw their family (12 min); Reporters introduce them in 1 minute. Say: they are not real — they carry our sums.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R-D1-S1. Eight cards (README table). Co-facilitator counts people per corner. Do NOT give answers — we replay on Day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Leaking bottle demo over a basin. Ask where the water goes. Play the clip if you have a screen.</a:t>
            </a:r>
          </a:p>
          <a:p/>
          <a:p>
            <a:r>
              <a:t>Poster: R-P02</a:t>
            </a:r>
          </a:p>
          <a:p>
            <a:r>
              <a:t>Clip R-ANI-01: public/course-media/farmer-money/R-ANI-01.mp4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Point to the in-arrows (grant, wages, piece jobs, garden), the house, the out-arrows (food biggest). One bean = R50; the family card gives the beans for every line.</a:t>
            </a:r>
          </a:p>
          <a:p/>
          <a:p>
            <a:r>
              <a:t>Poster: R-P02</a:t>
            </a:r>
          </a:p>
          <a:p>
            <a:r>
              <a:t>Also: R-ANI-01</a:t>
            </a:r>
          </a:p>
          <a:p>
            <a:r>
              <a:t>Clip R-ANI-01: public/course-media/farmer-money/R-ANI-01.mp4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Groups build the map on flipchart with beans; Recorder draws arrows and pictures. Call 5 minutes left at 11:25. Then 12-min gallery walk: one sticky note per map, "biggest leak I see".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Point to the scale. Airtime to call the clinic is a need; data for games is a want. Each family decides.</a:t>
            </a:r>
          </a:p>
          <a:p/>
          <a:p>
            <a:r>
              <a:t>Poster: R-P03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R-D1-S2. 11 minutes sorting. Then each group gets a shock card (funeral R600, taxi +R100, fridge R500, school trip R300). Take the beans from the map — wants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R-D1-S2 debrief: three questions. Language time 2 min. Take home (optional, private): a bean map on the kitchen table tonight.</a:t>
            </a:r>
          </a:p>
          <a:p/>
          <a:p>
            <a:r>
              <a:t>Poster: R-P02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Energiser "Stand for a Need" first (5 min). Ask: before a long journey, what do you do?</a:t>
            </a:r>
          </a:p>
          <a:p/>
          <a:p>
            <a:r>
              <a:t>Poster: R-P04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Point to rows 1–6 in order. The rule: at least R100 stays in "surprises".</a:t>
            </a:r>
          </a:p>
          <a:p/>
          <a:p>
            <a:r>
              <a:t>Poster: R-P04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Materials counts the family's month out of the group's play-money bag. Recorder writes or draws amounts on the budget sheet (P5). Walk round: where did the airtime go? Reporters: "We kept R__ by cutting __".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Tell Lerato's story (R120 gone by Friday). Groups label three tins and split R300 of play money; explain why.</a:t>
            </a:r>
          </a:p>
          <a:p/>
          <a:p>
            <a:r>
              <a:t>Poster: R-P05</a:t>
            </a:r>
          </a:p>
          <a:p>
            <a:r>
              <a:t>Also: R-P05-ART</a:t>
            </a:r>
          </a:p>
          <a:p>
            <a:r>
              <a:t>Clip R-ANI-02: public/course-media/farmer-money/R-ANI-02.mp4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R-D1-S3. Read the Dlamini scene (P11 back). Talk about the Dlamini family, not our own. Offer women-only / men-only groups if learners want. Write "ways to agree" beside R-P05. Disclosures: private follow-up only.</a:t>
            </a:r>
          </a:p>
          <a:p/>
          <a:p>
            <a:r>
              <a:t>Poster: R-P05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Ask where grandmother kept money. Explain VSLA / stokvel (three locks, three keys, share-out). Bank deposits protected up to R100 000 per person per bank; stokvels are not — keep records.</a:t>
            </a:r>
          </a:p>
          <a:p/>
          <a:p>
            <a:r>
              <a:t>Poster: R-P06</a:t>
            </a:r>
          </a:p>
          <a:p>
            <a:r>
              <a:t>Also: R-IMG-06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Co-facilitator fills a table of bean counts beside R-P06. No perfect place — many families use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Point to scenes 1–5. SASSA toll-free 0800 60 10 11. Money taken: phone the number on the back of the card at once, then SAPS.</a:t>
            </a:r>
          </a:p>
          <a:p/>
          <a:p>
            <a:r>
              <a:t>Poster: R-P07</a:t>
            </a:r>
          </a:p>
          <a:p>
            <a:r>
              <a:t>Also: R-IMG-04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R-D1-S4. Read 10 cards (P15). 20 seconds' talk, then cards up. Answers: 1 red, 2 red, 3 green, 4 red, 5 red, 6 green, 7 red, 8 green, 9 red, 10 red. Short on time: cards 1, 3, 4, 5, 7,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R-D1-SC. One word each; group take-home actions; Question Tree; money back (count play money and beans against the card); register PM; daily report.</a:t>
            </a:r>
          </a:p>
          <a:p/>
          <a:p>
            <a:r>
              <a:t>Poster: R-P05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Farmer Money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1 of 3 · Household money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Where money comes from and goes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Plan it, save it, keep it safe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Groups of 5, same all course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R-D1-03   ·   Poster R-P01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Our money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Made-up families only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You may pass · it stays here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 selling in this room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Meet the three families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 Dlamini household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 Mokoena household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Sizanani Youth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Look at the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Walk to corner A, B or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No reading, no writing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R-D1-06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The money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Where does money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R-ANI-01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leaking bucket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clear bucket with a tin-roof-house shape printed on its side (no text). Generic coins pour in from a tap at the top (0–4 s). Five holes of different sizes in the bottom; coins trickle out of each into small labelled-by-picture dishes: food basket (biggest stream), taxi, light bulb, phone, sweets (smallest) (4–10 s). A hand places a patch over the…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R-D1-07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In, household,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Money comes 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Money goes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Small leaks add up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R-P02 · The money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simple house (tin roof, one door) in the centre, drawn like a container with a small coin pile inside. **Left side:** three thick arrows flowing **into** the house from ① a grant card held in an older woman's hand, a hand with a wage packet, and a bunch of spinach being handed over for coins. **Right side:** arrows flowing **out** to ③ a food basket…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Build your family's money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Beans in from the left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Beans out to the right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What is left? (27 min)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R-D1-09   ·   Poster R-P03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Needs first, wants later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Need: must have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Want: can wait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It depends — when?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R-P03 · Needs first, wants later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traditional balance scale made of a stick and two woven baskets. ① The lower, heavier basket holds a bag of maize meal, a 20 ℓ water drum, a pair of school shoes, a clinic card, a candle, soap. ② The higher basket holds a takeaway box, a fancy cap, a bag of sweets, a phone showing a game (simple shapes). ③ Between them, hanging from the middle, a plain…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Sort the cards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24 cards, three piles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Need · Want · It depends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Then: the shock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Needs and wants picture cards (24)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One A4 sheet of 24 equal cards (4 × 6 grid, 5 mm gutters, cut lines), each a single simple object on Paper, thick outline, no text: 1 bag of maize meal · 2 loaf of bread · 3 paraffin/gas bottle · 4 prepaid electricity token (a plain slip beside a light bulb) · 5 bar of soap · 6 school shoes · 7 school uniform jersey · 8 minibus taxi · 9 clinic card and…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R-D1-11   ·   Poster R-P02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What did the maps show?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Food is the biggest arrow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Grants carry most families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See it before you fix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R-D1-12   ·   Poster R-P04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Plan the month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A budget is a plan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Made before the month starts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R-P04 · Plan the month before it starts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kitchen table seen from slightly above. A woman (40s, headscarf) places generic banknotes onto a large sheet divided into six rows, each row marked only by an icon: ① a hand receiving coins ② a food basket ③ a lidded tin with a lock ④ a seedling in a tin ⑤ a cap and sweets ⑥ an umbrella (surprises). The notes on rows ②–④ are in bigger piles than on ⑤.…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R-D1-13   ·   Poster R-P04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Six rows,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In · needs · save · farm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Then wants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Keep for surprises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R-P04 · Plan the month before it starts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kitchen table seen from slightly above. A woman (40s, headscarf) places generic banknotes onto a large sheet divided into six rows, each row marked only by an icon: ① a hand receiving coins ② a food basket ③ a lidded tin with a lock ④ a seedling in a tin ⑤ a cap and sweets ⑥ an umbrella (surprises). The notes on rows ②–④ are in bigger piles than on ⑤.…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Budget with play money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Collect your family's month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Notes on each row, in order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Keep R100 for surprises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R-D1-15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Three tins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Home · Save · Farm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Garden money into FARM first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The farm pays home — on purpose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R-ANI-02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Three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hand hands over a bunch of greens; a buyer's hand gives coins (0–3 s). The coins drop into a tin marked with a seedling icon (FARM) (3–6 s). A family of three appears around a table; a hand lifts some coins from the FARM tin into a tin with a house icon (HOME) and a tin with a padlock icon (SAVE); some coins stay in FARM (6–12 s). The three tins sit…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R-D1-16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Who decides?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The Dlamini family's Sunday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Who works? Who decides?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How could they agree? (12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three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R-D1-17   ·   Poster R-P06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Ways to save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Savings group · bank account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Money on phone · tin at home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Which two will you use?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R-P06 · Ways to 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Four equal panels in a 2 × 2 grid. ① A savings group: eight people (mostly women, one man, one youth) on chairs in a circle; on a small table a metal cash box with **three padlocks**; three people each hold a key; one writes in a book. ② A small plain bank building (no signage) with a woman at a counter handing over a card. ③ A hand holding a plain…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Score the four 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Safe? Quick? Free?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Helps me keep saving?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bean for each yes (13 min)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R-D1-19   ·   Poster R-P07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Keep your money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PIN and OTP: tell nobody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Nobody keeps your card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Too good? It's a scam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R-P07 · Keep your money 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small scenes around a central shield shape. ① An older woman holding her bank card close, lips closed, a small shadowy figure behind her trying to peer. ② A hand cupped over an ATM keypad. ③ A phone ringing, with a warning triangle, and a hand refusing (palm out). ④ A big shiny gift box with a fish hook hanging from it. ⑤ A shop counter where a card…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Scam or safe?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Listen to the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Red = scam · Green = safe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Say why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R-IMG-04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scam message on a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Close-up of an older woman's hand holding a plain smartphone. The screen shows an empty message bubble (blank — the words are typeset on the slide) and a bright warning triangle above it. Her other hand is raised, palm out, refusing. Background: a kitchen with a tin on a shelf. A small shadowy silhouette appears inside the phone screen corner (the…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R-D1-21   ·   Poster R-P05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Label three tins tonight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Change a weak PIN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Money back: count it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R-P05-ART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R-P05 · Three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large, identical tins with lids on a shelf. Each has a simple painted icon: ① a house ② a padlock ③ a seedling. ④ From the left, a hand holds coins just received for a bunch of spinach (the bunch is in the other hand of a buyer at the edge) and drops them into the **seedling tin first**; from the seedling tin, two curved arrows lead to the house…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