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M-D2-S0. Short circle: register, 3 voices, Pass the Clap, today's route sheet and any host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steps 1–2. "Hold up your hand — what are the five steps?" The thumb goes first: it shows respect for what the farmer planned.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2 table. Opening words for each finger are on the A5 card. 45-minute version: 5 · 10 · 5 · 15 · 10.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3. Timekeeper calls each finger. The "farmer" uses a real memory of a garden.</a:t>
            </a:r>
          </a:p>
          <a:p/>
          <a:p>
            <a:r>
              <a:t>Poster: M-P07</a:t>
            </a:r>
          </a:p>
          <a:p>
            <a:r>
              <a:t>Clip M-ANI-07: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4. Point to the spacing check (F-P15) and the Course 1 skills (★). Full list: visit-playbook.md §5.</a:t>
            </a:r>
          </a:p>
          <a:p/>
          <a:p>
            <a:r>
              <a:t>Poster: M-P08</a:t>
            </a:r>
          </a:p>
          <a:p>
            <a:r>
              <a:t>Also: M-IMG-14, M-IMG-12, M-IMG-15, M-ANI-06, M-ANI-08</a:t>
            </a:r>
          </a:p>
          <a:p>
            <a:r>
              <a:t>Clip M-ANI-06: public/course-animations/market-community/watch-09-surplus-routes.mp4</a:t>
            </a:r>
          </a:p>
          <a:p>
            <a:r>
              <a:t>Clip M-ANI-08: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[APP] block, 25 min. Thumb → Completed on + Completion evidence. Pointing → Observations and issues, photos, site location. Middle → Support requested + support area. Ring → Skill observed + Observation result. Little → Agreed action, Responsible person, Follow-up date. Practice records only.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[PAPER] block, 25 min, same time as the app block. Pairs fill the form from the rehearsal; copy the bottom box onto the farmer's card; swap forms — could a stranger understand it?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6, the trio briefing card. Arrive 10:35–10:40, leave by 11:40, huddle away from the house, pick-up 11:45. Anything worrying: leave politely and phone the lead.</a:t>
            </a:r>
          </a:p>
          <a:p/>
          <a:p>
            <a:r>
              <a:t>Poster: M-P07</a:t>
            </a:r>
          </a:p>
          <a:p>
            <a:r>
              <a:t>Also: M-IMG-05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M-D2-S2. Facilitators visit 3–4 trios each, stand back, tick their own checklist, hand over the programme's thank-you pack. Host cancels: spare host → join another trio → role-play garden.</a:t>
            </a:r>
          </a:p>
          <a:p/>
          <a:p>
            <a:r>
              <a:t>Poster: M-P07</a:t>
            </a:r>
          </a:p>
          <a:p>
            <a:r>
              <a:t>Also: M-PHO-01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M-D2-S3. Trainee teams: 1 welcome &amp; register, 2–4 stations, 5 the share circle. The host teaches first — positive deviance: same soil, same rain, doing well. Find out how.</a:t>
            </a:r>
          </a:p>
          <a:p/>
          <a:p>
            <a:r>
              <a:t>Poster: M-P11</a:t>
            </a:r>
          </a:p>
          <a:p>
            <a:r>
              <a:t>Also: M-ANI-04</a:t>
            </a:r>
          </a:p>
          <a:p>
            <a:r>
              <a:t>Clip M-ANI-04: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steps 4–6. Farmers rotate in 3s–4s. In the circle, ask "Who has tried something for that?" before you answer. Each farmer says one action aloud; agree the next host.</a:t>
            </a:r>
          </a:p>
          <a:p/>
          <a:p>
            <a:r>
              <a:t>Poster: M-P11</a:t>
            </a:r>
          </a:p>
          <a:p>
            <a:r>
              <a:t>Also: M-PHO-02</a:t>
            </a:r>
          </a:p>
          <a:p>
            <a:r>
              <a:t>Clip M-ANI-09: public/course-animations/market-community/flow-seed-sharing.mp4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debrief at the site, 3 minutes, trainees only.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 1. Rain Storm energiser first. Talk privately about any visit that went badly; nothing distressing is discussed in the room.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2–3. Usually the ring finger (coaching) and the middle (advice too soon) get ochre dots. "I don't know — let's find out together" is a strong answer.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4–5 and key messages. Review 3 action agreements. Then the closing circle: bring your farmer list and a rough map tomorrow.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M-D2-01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2: the farm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2 of 3: the farm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M-D2-02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Visit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Look back · Walk &amp; look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Listen &amp; ask · Try it together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Agree &amp;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M-D2-03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Sixty minutes, five fingers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10 · 15 · 10 · 15 · 10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Never cut ring or little finger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M-D2-04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Speed rehearsal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Pairs · 10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2 minutes per finger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M-ANI-07 · play from the tablet: tour-soil-observation.mp4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M-D2-05   ·   Poster M-P08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What to look at, stage by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Baseline · planting · growth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Harvest · selling · review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Pick 3–5 checks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M-P08 · What to look at, stage by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One garden drawn six times in a row, left to right, as it changes over a season: (1) boundary pegged, beds marked, drum at the roof; (2) beds planted with a spacing string laid along one row, seedlings in a tray, mulch; (3) plants growing, a person checking under leaves, a bucket of liquid manure; (4) harvest basket on a hanging scale, a family plate;…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M-D2-06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[APP] Record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Mentor workspace → People &amp; gardens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Record visit → five fingers, five fields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Save offline · it syncs later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M-D2-07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[PAPER] The visit 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Five boxes = five fingers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Fill it at the farm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Read it back · leave the card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M-D2-08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Your trio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Mentor leads · Recorder writes and times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Observer watches, says nothing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No promises · no gifts · consent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M-D2-09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farm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60 minutes with a real farmer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5 minutes huddle: two stars, a wish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Pick-up 11:45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M-D2-10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cluster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Welcome · Host's tour · Try 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Share circle · Everyone agrees one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M-D2-11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Stations and share circle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3 stations · 8 minutes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Farmers answer farmers first</a:t>
            </a:r>
          </a:p>
        </p:txBody>
      </p:sp>
      <p:pic>
        <p:nvPicPr>
          <p:cNvPr id="9" name="Picture 8" descr="flow-seed-shar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M-ANI-09 · play from the tablet: flow-seed-sharing.mp4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M-D2-12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Farmers learn from farmers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Same soil, same rain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Seeing is believing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Rotate the host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M-D2-13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Visit debrief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Mentor first · then Observer · then Recorder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Two stars and a wish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observer stands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In a garden: the mentor and the gogo kneel planting seedlings together (the gogo's hands on the plant); a recorder writes in a notebook nearby; an observer stands 3 m back with a clipboard, watching the gogo's face.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M-D2-14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hand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Green dot: our best finger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Ochre dot: our hardest finger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M-D2-15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Who talked more?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The farmer talks more than half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Ask a buddy to observe you monthly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