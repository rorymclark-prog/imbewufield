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online-programme.md, week 1 opening. Only show this if the group is on a call with screen sharing; otherwise send the image in the WhatsApp group.</a:t>
            </a:r>
          </a:p>
          <a:p/>
          <a:p>
            <a:r>
              <a:t>Also: M-IMG-01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 rules from online-programme.md "Before week 1". Audio only; cameras off to save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1. Triads by phone, 3 rounds × 8 minutes, with the observer strip from the pack.</a:t>
            </a:r>
          </a:p>
          <a:p/>
          <a:p>
            <a:r>
              <a:t>Poster: M-P03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 practice: pairs climb 3 closed questions each and post the ladder.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2. Coaching by phone is hard — that is the lesson. Field task 2 evidence: the photo (with consent) and the result.</a:t>
            </a:r>
          </a:p>
          <a:p/>
          <a:p>
            <a:r>
              <a:t>Poster: M-P05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Fix 3 weak agreements in voice notes.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Field task 3 is the big one. Evidence: observer checklist photo and the visit form (name covered) or a screenshot.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4 [APP] and [PAPER] run at the same time, 45 minutes each, in separate calls or threads.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Mentors post totals only (numbers, not names). Back-to-back phone check-in role-play.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Field task 5: caseload totals, week plan, cluster-visit plan.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 [APP]/[PAPER], 40 minutes each. Send the clip link before the session; don't stream it live.</a:t>
            </a:r>
          </a:p>
          <a:p/>
          <a:p>
            <a:r>
              <a:t>Poster: M-P14</a:t>
            </a:r>
          </a:p>
          <a:p>
            <a:r>
              <a:t>Clip M-ANI-05: public/course-media/mentor-3day/M-ANI-05.mp4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6. Pairs voice-note the four steps for one card. Close: one word each, evaluation poll, certificates.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M-ON-01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Walking With Farmers ku-inthanethi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Amasonto ayisi-6 · ikilasi le-WhatsApp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Umsebenzi wensimu njalo ngesonto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Indlela esifunda ngayo ku-inthanethi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Ama-voice note ≤ imizuzu emi-2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Imvume ngaphambi kwamagama noma ubuso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Amakhadi aphrintiwe esandleni sakho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M-ON-03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1: hamba eceleni ulalele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Eceleni, hhayi phambili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Izindlebe · amehlo · inhliziyo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lalela imizuzu engama-20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M-P01 · Walk beside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small scenes stacked on a dirt path between vegetable beds. Top: a person with a clipboard striding ahead, farmer trailing behind, head down (in front). Middle: the same person behind the farmer, pointing and pushing (behind). Bottom, largest and in full colour: mentor and farmer walking side by side, the farmer pointing at a healthy bed,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M-ON-04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2: khwela ileli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Ovaliwe → ovulekile → ojulile → icebo lomlimi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Qala ngokusebenzayo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M-P04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wooden ladder leaning against a fruit tree. On the bottom rung the farmer stands with arms folded; on each higher rung the farmer climbs higher, looking more engaged; at the top the farmer is reaching for a ripe fruit with a smile. The mentor steadies the ladder at the bottom. Four rungs highlighted with Ochre numbers.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M-ON-05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2: qeqesha ikhono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Ngiyenza · Siyenza · Uyenza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isithombe sezandla zomlimi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M-P05 · I do · We do ·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panels left to right on one strip of garden, the same pair each time, laying a knotted spacing string along a bed and planting seedlings. Panel 1: mentor plants, farmer watches. Panel 2: both kneeling, the farmer's hands on the seedling, the mentor's hand guiding. Panel 3: the farmer planting alone; the mentor standing back with hands in pockets,…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M-ON-06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3: isivumelwano somsebenzi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Yini · Ubani · Kuze kube nini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Sizokwazi kanjani?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M-P06 · The action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and farmer shaking hands over a garden bed at the end of a visit. Around them, four corner vignettes: a bundle of dry grass mulch on a bed (what); the farmer's grandson carrying grass (who); a wall calendar with one square circled (by when — no numbers); the same bed later, covered in mulch, with the mentor looking and the farmer pointing (how…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M-ON-07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3: Isandla Sokuvakasha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Iminwe emihlanu, izinyathelo ezinhlanu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ukuvakasha okuphelele, umngane uyabuka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M-ON-08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4: bhala ukuvakasha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I-app: Record visit, i-draft ungekho ku-inthanethi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Iphepha: amabhokisi ama-5, mfundele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buyela, uvale umsebenzi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M-ON-09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5: irobhothi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Obomvu · Ophuzi · Oluhlaza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Yenza isibalo sakho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5: isizini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Imihlangano yeqembu · izinsuku zensimu · iselula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hlela umhlangano weqembu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M-ON-11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6: amarekhodi nemali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Isivuno · imali · irisidi · i-invoyisi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I-app noma iphepha, ukuhlola okufanayo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ANIMATION · M-ANI-05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Keeping a farm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hand makes tally marks in two columns of a simple exercise book beside a basket of harvested greens and a hanging scale; bunches move from the basket into three piles (eat, share, sell) as marks appear. Marks are simple strokes, never readable writing. (Replaces the withdrawn clip `market-community/watch-04-farm-record.mp4`.)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M-ON-12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6: izikhathi ezinzima necebo lakho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Hlala uzolile · Lalela · Okungenziwa nguye · Usizo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Thumela icebo lakho lesizini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