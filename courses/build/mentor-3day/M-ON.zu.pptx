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online-programme.md, week 1 opening. Only show this if the group is on a call with screen sharing; otherwise send the image in the WhatsApp group.</a:t>
            </a:r>
          </a:p>
          <a:p/>
          <a:p>
            <a:r>
              <a:t>Also: M-IMG-01</a:t>
            </a:r>
          </a:p>
          <a:p>
            <a:r>
              <a:t>Picture M-IMG-10 (coming) — A mentor on the WhatsApp classroom: The mentor sits on a low wall at the edge of a garden in the late afternoon, holding a phone to her mouth to record a voice note, a printed A5 card and notebook on her lap. Blank screen. 16:9. --- **Still images (REUSE)**</a:t>
            </a:r>
          </a:p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rules from online-programme.md "Before week 1". Audio only; cameras off to save data.</a:t>
            </a:r>
          </a:p>
          <a:p/>
          <a:p>
            <a:r>
              <a:t>Picture M-IMG-10 (coming) — A mentor on the WhatsApp classroom: The mentor sits on a low wall at the edge of a garden in the late afternoon, holding a phone to her mouth to record a voice note, a printed A5 card and notebook on her lap. Blank screen. 16:9. --- **Still images (REUSE)**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1. Triads by phone, 3 rounds × 8 minutes, with the observer strip from the pack.</a:t>
            </a:r>
          </a:p>
          <a:p/>
          <a:p>
            <a:r>
              <a:t>Poster: M-P03</a:t>
            </a:r>
          </a:p>
          <a:p>
            <a:r>
              <a:t>Picture M-P01-ART (coming) — Artwork for M-P01 · Walk beside: Three small scenes stacked on a dirt path between vegetable beds. Top: a person with a clipboard striding ahead, farmer trailing behind, head down (in front). Middle: the same person behind the farmer, pointing and pushing (behind). Bottom, largest and in full colour: mentor and farmer walking side by side, the farmer pointing at a healthy bed, the mentor listening, both smiling. Top two scenes muted (Hairline/grey), bottom in full palette. Sun in the north; shadows fall south.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2 practice: pairs climb 3 closed questions each and post the ladder.</a:t>
            </a:r>
          </a:p>
          <a:p/>
          <a:p>
            <a:r>
              <a:t>Poster: M-P04</a:t>
            </a:r>
          </a:p>
          <a:p>
            <a:r>
              <a:t>Picture M-P04-ART (coming) — Artwork for M-P04 · The question ladder: A wooden ladder leaning against a fruit tree. On the bottom rung the farmer stands with arms folded; on each higher rung the farmer climbs higher, looking more engaged; at the top the farmer is reaching for a ripe fruit with a smile. The mentor steadies the ladder at the bottom. Four rungs highlighted with Ochre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2. Coaching by phone is hard — that is the lesson. Field task 2 evidence: the photo (with consent) and the result.</a:t>
            </a:r>
          </a:p>
          <a:p/>
          <a:p>
            <a:r>
              <a:t>Poster: M-P05</a:t>
            </a:r>
          </a:p>
          <a:p>
            <a:r>
              <a:t>Picture M-P05-ART (coming) — Artwork for M-P05 · I do · We do · You do: Three panels left to right on one strip of garden, the same pair each time, laying a knotted spacing string along a bed and planting seedlings. Panel 1: mentor plants, farmer watches. Panel 2: both kneeling, the farmer's hands on the seedling, the mentor's hand guiding. Panel 3: the farmer planting alone; the mentor standing back with hands in pockets, watching. A small fourth panel: both sitting, talking (speech-shape without words).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3. Fix 3 weak agreements in voice notes.</a:t>
            </a:r>
          </a:p>
          <a:p/>
          <a:p>
            <a:r>
              <a:t>Poster: M-P06</a:t>
            </a:r>
          </a:p>
          <a:p>
            <a:r>
              <a:t>Picture M-P06-ART (coming) — Artwork for M-P06 · The action agreement: The mentor and farmer shaking hands over a garden bed at the end of a visit. Around them, four corner vignettes: a bundle of dry grass mulch on a bed (what); the farmer's grandson carrying grass (who); a wall calendar with one square circled (by when — no numbers); the same bed later, covered in mulch, with the mentor looking and the farmer pointing (how we'll know).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3. Field task 3 is the big one. Evidence: observer checklist photo and the visit form (name covered) or a screenshot.</a:t>
            </a:r>
          </a:p>
          <a:p/>
          <a:p>
            <a:r>
              <a:t>Poster: M-P07</a:t>
            </a:r>
          </a:p>
          <a:p>
            <a:r>
              <a:t>Picture M-P07-ART (coming) — Artwork for M-P07 · The Visit Hand: A large open hand (brown skin tone, palm towards viewer, fingers spread). In each fingertip a small round scene: thumb — mentor and farmer looking at a mulched bed together (look back); pointing finger — the pair walking between beds, farmer pointing; middle finger (tallest) — the pair sitting in shade talking; ring finger — both kneeling, farmer's hands planting; little finger — handshake with a notebook. Palm: a simple garden seen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4 [APP] and [PAPER] run at the same time, 45 minutes each, in separate calls or threads.</a:t>
            </a:r>
          </a:p>
          <a:p/>
          <a:p>
            <a:r>
              <a:t>Poster: M-P14</a:t>
            </a:r>
          </a:p>
          <a:p>
            <a:r>
              <a:t>Picture M-P14-ART (coming) — Artwork for M-P14 · Two tracks, same records: A path that splits around a tree into two lanes and joins again. Left lane: the youth holds a smartphone (screen blank), showing it to the gogo farmer. Right lane: the gogo writes in an exercise book with a pencil; an envelope of slips and a carbon invoice book beside her. Both lanes pass the same four objects: a hanging scale with a bunch of spinach, a till slip, a bunch handed to a buyer, a small bar chart shape. They meet at a garden gate where the mentor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5. Mentors post totals only (numbers, not names). Back-to-back phone check-in role-play.</a:t>
            </a:r>
          </a:p>
          <a:p/>
          <a:p>
            <a:r>
              <a:t>Poster: M-P09</a:t>
            </a:r>
          </a:p>
          <a:p>
            <a:r>
              <a:t>Picture M-P09-ART (coming) — Artwork for M-P09 · Traffic light: who needs me most?: A tall traffic light made from three stacked round shapes, each with a small scene beside it. Top (Red, with a triangle pattern for B&amp;W): a bare, dry garden and a worried farmer — the mentor walking towards them. Middle (Amber/Ochre, with dots): a half-planted garden, farmer working. Bottom (Green/Leaf, with stripes): a lush garden and a farmer showing neighbours around. A small calendar icon next to each (two marks, one mark, one mark + a phone).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5. Field task 5: caseload totals, week plan, cluster-visit plan.</a:t>
            </a:r>
          </a:p>
          <a:p/>
          <a:p>
            <a:r>
              <a:t>Poster: M-P13</a:t>
            </a:r>
          </a:p>
          <a:p>
            <a:r>
              <a:t>Picture M-P13-ART (coming) — Artwork for M-P13 · The season journey: A winding path across the poster through six "stops", each a small garden scene matching M-P08's stages, from bare ground (left) to harvest and seed jars (right). Along the path, small symbols show contact types: a single pair walking (individual visit), a circle of people under a tree (cluster visit), a phone (check-in), and at stops 4 and 6 a big gathering with a table of produce (field day). Sky changes from spring to high summer.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6 [APP]/[PAPER], 40 minutes each. Send the clip link before the session; don't stream it live.</a:t>
            </a:r>
          </a:p>
          <a:p/>
          <a:p>
            <a:r>
              <a:t>Poster: M-P14</a:t>
            </a:r>
          </a:p>
          <a:p>
            <a:r>
              <a:t>Clip M-ANI-05: public/course-media/mentor-3day/M-ANI-05.mp4</a:t>
            </a:r>
          </a:p>
          <a:p>
            <a:r>
              <a:t>Picture M-ANI-05 (coming) — Keeping a farm record: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6. Pairs voice-note the four steps for one card. Close: one word each, evaluation poll, certificates.</a:t>
            </a:r>
          </a:p>
          <a:p/>
          <a:p>
            <a:r>
              <a:t>Poster: M-P15</a:t>
            </a:r>
          </a:p>
          <a:p>
            <a:r>
              <a:t>Picture M-P15-ART (coming) — Artwork for M-P15 · When it gets hard: A dry garden with wilting plants and an empty drum. The farmer sits on the ground, head in hands. Four steps shown as footprints leading to him: the mentor breathing calmly; the mentor sitting beside him listening; the farmer standing, pointing at one small bed he can save; a small group of neighbours arriving with a wheelbarrow of grass mulch. No clinic or police imagery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M-ON-01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ONLINE 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800" b="1">
                <a:solidFill>
                  <a:srgbClr val="FAF7F0"/>
                </a:solidFill>
                <a:latin typeface="Georgia"/>
              </a:rPr>
              <a:t>Walking With Farmers ku-inthanethi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Amasonto ayisi-6 · ikilasi le-WhatsApp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Umsebenzi wensimu njalo ngesonto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mentor on the WhatsApp classroom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32323"/>
                </a:solidFill>
                <a:latin typeface="Georgia"/>
              </a:rPr>
              <a:t>Indlela esifunda ngayo ku-inthanethi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590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Ama-voice note ≤ imizuzu emi-2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Imvume ngaphambi kwamagama noma ubuso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Amakhadi aphrintiwe esandleni sakho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860804"/>
            <a:ext cx="5608320" cy="418338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378790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mentor on the WhatsApp classroom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1: hamba eceleni ulalele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Eceleni, hhayi phambili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Izindlebe · amehlo · inhliziyo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Umsebenzi wensimu: lalela imizuzu engama-20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M-P01 · Walk beside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M-P01-ART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2: khwela ileli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Ovaliwe → ovulekile → ojulile → icebo lomlimi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Qala ngokusebenzayo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M-P04 · The question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M-P04-ART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2: qeqesha ikhono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Ngiyenza · Siyenza · Uyenza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Umsebenzi wensimu: isithombe sezandla zomlimi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M-P05 · I do · We do · You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M-P05-ART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32323"/>
                </a:solidFill>
                <a:latin typeface="Georgia"/>
              </a:rPr>
              <a:t>Isonto 3: isivumelwano somsebenzi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Yini · Ubani · Kuze kube nini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Sizokwazi kanjani?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60804"/>
            <a:ext cx="5608320" cy="418338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78206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78790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M-P06 · The action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M-P06-ART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3: Isandla Sokuvakasha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Iminwe emihlanu, izinyathelo ezinhlanu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Umsebenzi wensimu: ukuvakasha okuphelele, umngane uyabuka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M-P07 · The Visit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M-P07-ART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4: bhala ukuvakasha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I-app: Record visit, i-draft ungekho ku-inthanethi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Iphepha: amabhokisi ama-5, mfundele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Umsebenzi wensimu: buyela, uvale umsebenzi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M-P14 · Two tracks, same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M-P14-ART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5: irobhothi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Obomvu · Ophuzi · Oluhlaza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Yenza isibalo sakho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M-P09 · Traffic light: who needs me most?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M-P09-ART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5: isizini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Imihlangano yeqembu · izinsuku zensimu · iselula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Umsebenzi wensimu: hlela umhlangano weqembu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M-P13 · The season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M-P13-ART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Isonto 6: amarekhodi nemali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Isivuno · imali · irisidi · i-invoyisi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I-app noma iphepha, ukuhlola okufanayo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808732"/>
            <a:ext cx="822960" cy="822960"/>
          </a:xfrm>
          <a:prstGeom prst="ellipse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Keeping a farm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IVIDIYO · M-ANI-05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M-ON-12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ONLINE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32323"/>
                </a:solidFill>
                <a:latin typeface="Georgia"/>
              </a:rPr>
              <a:t>Isonto 6: izikhathi ezinzima necebo lakho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3256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Hlala uzolile · Lalela · Okungenziwa nguye · Usizo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Thumela icebo lakho lesizini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07464"/>
            <a:ext cx="5608320" cy="423672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06880"/>
            <a:ext cx="5608320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75539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75539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76123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M-P15 · When it gets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M-P15-ART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