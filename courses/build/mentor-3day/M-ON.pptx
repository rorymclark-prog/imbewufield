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online-programme.md, week 1 opening. Only show this if the group is on a call with screen sharing; otherwise send the image in the WhatsApp group.</a:t>
            </a:r>
          </a:p>
          <a:p/>
          <a:p>
            <a:r>
              <a:t>Also: M-IMG-01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Group rules from online-programme.md "Before week 1". Audio only; cameras off to save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Week 1. Triads by phone, 3 rounds × 8 minutes, with the observer strip from the pack.</a:t>
            </a:r>
          </a:p>
          <a:p/>
          <a:p>
            <a:r>
              <a:t>Poster: M-P03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Week 2 practice: pairs climb 3 closed questions each and post the ladder.</a:t>
            </a:r>
          </a:p>
          <a:p/>
          <a:p>
            <a:r>
              <a:t>Poster: M-P04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Week 2. Coaching by phone is hard — that is the lesson. Field task 2 evidence: the photo (with consent) and the result.</a:t>
            </a:r>
          </a:p>
          <a:p/>
          <a:p>
            <a:r>
              <a:t>Poster: M-P05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Week 3. Fix 3 weak agreements in voice notes.</a:t>
            </a:r>
          </a:p>
          <a:p/>
          <a:p>
            <a:r>
              <a:t>Poster: M-P06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Week 3. Field task 3 is the big one. Evidence: observer checklist photo and the visit form (name covered) or a screenshot.</a:t>
            </a:r>
          </a:p>
          <a:p/>
          <a:p>
            <a:r>
              <a:t>Poster: M-P07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Week 4 [APP] and [PAPER] run at the same time, 45 minutes each, in separate calls or threads.</a:t>
            </a:r>
          </a:p>
          <a:p/>
          <a:p>
            <a:r>
              <a:t>Poster: M-P14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Week 5. Mentors post totals only (numbers, not names). Back-to-back phone check-in role-play.</a:t>
            </a:r>
          </a:p>
          <a:p/>
          <a:p>
            <a:r>
              <a:t>Poster: M-P09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Week 5. Field task 5: caseload totals, week plan, cluster-visit plan.</a:t>
            </a:r>
          </a:p>
          <a:p/>
          <a:p>
            <a:r>
              <a:t>Poster: M-P13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Week 6 [APP]/[PAPER], 40 minutes each. Send the clip link before the session; don't stream it live.</a:t>
            </a:r>
          </a:p>
          <a:p/>
          <a:p>
            <a:r>
              <a:t>Poster: M-P14</a:t>
            </a:r>
          </a:p>
          <a:p>
            <a:r>
              <a:t>Clip M-ANI-05: public/course-animations/market-community/watch-04-farm-record.mp4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Week 6. Pairs voice-note the four steps for one card. Close: one word each, evaluation poll, certificates.</a:t>
            </a:r>
          </a:p>
          <a:p/>
          <a:p>
            <a:r>
              <a:t>Poster: M-P15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A8D88A"/>
                </a:solidFill>
                <a:latin typeface="Arial"/>
              </a:rPr>
              <a:t>M-ON-01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A8D88A"/>
                </a:solidFill>
                <a:latin typeface="Arial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7F2E9"/>
                </a:solidFill>
                <a:latin typeface="Georgia"/>
              </a:rPr>
              <a:t>Walking With Farmers online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C0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A8D88A"/>
                </a:solidFill>
                <a:latin typeface="Arial"/>
              </a:rPr>
              <a:t>Six weeks · WhatsApp classroom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A8D88A"/>
                </a:solidFill>
                <a:latin typeface="Arial"/>
              </a:rPr>
              <a:t>A field task every week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M-IMG-10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 mentor on the WhatsApp classroom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The mentor sits on a low wall at the edge of a garden in the late afternoon, holding a phone to her mouth to record a voice note, a printed A5 card and notebook on her lap. Blank screen. 16:9. --- **Still images (REUSE)**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M-ON-02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How we learn online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Voice notes ≤ 2 minutes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Consent before names or faces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Printed cards in your hand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IMAGE · M-IMG-10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 mentor on the WhatsApp classroom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The mentor sits on a low wall at the edge of a garden in the late afternoon, holding a phone to her mouth to record a voice note, a printed A5 card and notebook on her lap. Blank screen. 16:9. --- **Still images (REUSE)**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M-ON-03   ·   Poster M-P03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Week 1: walk beside and listen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Beside, not in front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Ears · eyes · heart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Field task: listen for 20 minutes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M-P01-ART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M-P01 · Walk beside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Three small scenes stacked on a dirt path between vegetable beds. Top: a person with a clipboard striding ahead, farmer trailing behind, head down (in front). Middle: the same person behind the farmer, pointing and pushing (behind). Bottom, largest and in full colour: mentor and farmer walking side by side, the farmer pointing at a healthy bed, the…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M-ON-04   ·   Poster M-P04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Week 2: climb the ladder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Closed → open → deeper → their plan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Start with what's working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M-P04-ART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M-P04 · The question ladder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wooden ladder leaning against a fruit tree. On the bottom rung the farmer stands with arms folded; on each higher rung the farmer climbs higher, looking more engaged; at the top the farmer is reaching for a ripe fruit with a smile. The mentor steadies the ladder at the bottom. Four rungs highlighted with Ochre numbers.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M-ON-05   ·   Poster M-P05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Week 2: coach a skill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I do · We do · You do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Field task: photo of the farmer's hands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M-P05-ART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M-P05 · I do · We do · You 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Three panels left to right on one strip of garden, the same pair each time, laying a knotted spacing string along a bed and planting seedlings. Panel 1: mentor plants, farmer watches. Panel 2: both kneeling, the farmer's hands on the seedling, the mentor's hand guiding. Panel 3: the farmer planting alone; the mentor standing back with hands in pockets,…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M-ON-06   ·   Poster M-P06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Week 3: the action agreement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What · Who · By when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How will we know?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M-P06-ART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M-P06 · The action agreement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The mentor and farmer shaking hands over a garden bed at the end of a visit. Around them, four corner vignettes: a bundle of dry grass mulch on a bed (what); the farmer's grandson carrying grass (who); a wall calendar with one square circled (by when — no numbers); the same bed later, covered in mulch, with the mentor looking and the farmer pointing (how…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M-ON-07   ·   Poster M-P07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Week 3: the Visit Hand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Five fingers, five steps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Field task: a full visit, buddy observes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M-P07-ART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M-P07 · The Visit Hand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large open hand (brown skin tone, palm towards viewer, fingers spread). In each fingertip a small round scene: thumb — mentor and farmer looking at a mulched bed together (look back); pointing finger — the pair walking between beds, farmer pointing; middle finger (tallest) — the pair sitting in shade talking; ring finger — both kneeling, farmer's hands…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M-ON-08   ·   Poster M-P14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Week 4: record the visit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App: Record visit, offline draft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Paper: five boxes, read it back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Field task: go back, close the action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M-P14-ART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M-P14 · Two tracks, same records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path that splits around a tree into two lanes and joins again. Left lane: the youth holds a smartphone (screen blank), showing it to the gogo farmer. Right lane: the gogo writes in an exercise book with a pencil; an envelope of slips and a carbon invoice book beside her. Both lanes pass the same four objects: a hanging scale with a bunch of spinach, a…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M-ON-09   ·   Poster M-P09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Week 5: traffic light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Red · Amber · Green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0190F"/>
                </a:solidFill>
                <a:latin typeface="Arial"/>
              </a:rPr>
              <a:t>•  Do your own sum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M-P09-ART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M-P09 · Traffic light: who needs me most?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tall traffic light made from three stacked round shapes, each with a small scene beside it. Top (Red, with a triangle pattern for B&amp;W): a bare, dry garden and a worried farmer — the mentor walking towards them. Middle (Amber/Ochre, with dots): a half-planted garden, farmer working. Bottom (Green/Leaf, with stripes): a lush garden and a farmer showing…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M-ON-10   ·   Poster M-P13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Week 5: the season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Cluster visits · field days · phone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Field task: plan a cluster visit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M-P13-ART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M-P13 · The season journey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winding path across the poster through six "stops", each a small garden scene matching M-P08's stages, from bare ground (left) to harvest and seed jars (right). Along the path, small symbols show contact types: a single pair walking (individual visit), a circle of people under a tree (cluster visit), a phone (check-in), and at stops 4 and 6 a big…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M-ON-11   ·   Poster M-P14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Week 6: records and money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Harvest · money · slip · invoice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App or paper, same checks</a:t>
            </a:r>
          </a:p>
        </p:txBody>
      </p:sp>
      <p:pic>
        <p:nvPicPr>
          <p:cNvPr id="7" name="Picture 6" descr="watch-04-farm-reco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308860"/>
            <a:ext cx="5852160" cy="32918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2019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7F2E9"/>
                </a:solidFill>
                <a:latin typeface="Arial"/>
              </a:rPr>
              <a:t>▶  Clip M-ANI-05 · play from the tablet: watch-04-farm-record.mp4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M-ON-12   ·   Poster M-P15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6B6255"/>
                </a:solidFill>
                <a:latin typeface="Arial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F4D2B"/>
                </a:solidFill>
                <a:latin typeface="Georgia"/>
              </a:rPr>
              <a:t>Week 6: hard moments and your plan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2D8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Stay calm · Listen · Their options · Help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0190F"/>
                </a:solidFill>
                <a:latin typeface="Arial"/>
              </a:rPr>
              <a:t>•  Send your season plan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BF6EC"/>
          </a:solidFill>
          <a:ln w="15875">
            <a:solidFill>
              <a:srgbClr val="E2D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C07A1E"/>
                </a:solidFill>
                <a:latin typeface="Arial"/>
              </a:rPr>
              <a:t>POSTER ART · M-P15-ART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4D2B"/>
                </a:solidFill>
                <a:latin typeface="Georgia"/>
              </a:rPr>
              <a:t>Artwork for M-P15 · When it gets hard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0190F"/>
                </a:solidFill>
                <a:latin typeface="Arial"/>
              </a:rPr>
              <a:t>A dry garden with wilting plants and an empty drum. The farmer sits on the ground, head in hands. Four steps shown as footprints leading to him: the mentor breathing calmly; the mentor sitting beside him listening; the farmer standing, pointing at one small bed he can save; a small group of neighbours arriving with a wheelbarrow of grass mulch. No clinic…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