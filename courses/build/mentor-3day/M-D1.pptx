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M-D1-S0. Register at the door. Read the consent form aloud. Say: "You already help farmers. This course is about helping well." Agree the call and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 steps 5–7. Mirror energiser first. Name round with number of farmers; add them up and keep the total for Day 3. Class agreement: add "What a farmer tells us stays in this room" if missing.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1–2. Act both visits live (2 min each) before showing this slide. Ask which visit makes a farmer want to try again, and which one we often do.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steps 3–5. Pairs tell "the best helper I ever had". Groups sort sticky notes under in front / beside / behind. Ask when "in front" is right (a new skill, danger).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6. Read the five promises with the room. Tea is hospitality; a chicken is a gift that binds. No promises of inputs, money, jobs or stipends.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7. Cards: JoJo tank request; a chicken gift; a nosy neighbour; a child with bruises; a farmer asking you to over-report. Expected answers are in day-1.md. Safeguarding: supervisor same day; SAPS 10111, Childline 116.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1–2. Start with the 1-minute bad-listening game in pairs. Play M-ANI-01 on a tablet if you have one. "Say it back, then ask. Don't jump to advice."</a:t>
            </a:r>
          </a:p>
          <a:p/>
          <a:p>
            <a:r>
              <a:t>Poster: M-P03</a:t>
            </a:r>
          </a:p>
          <a:p>
            <a:r>
              <a:t>Also: M-ANI-01</a:t>
            </a:r>
          </a:p>
          <a:p>
            <a:r>
              <a:t>Clip M-ANI-01: public/course-media/mentor-3day/M-ANI-01.mp4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3–4. Observer ticks the strip: let them finish, said back, open question, no advice, body. Hardest part: no advice. Never cut the triads.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5–6. Climb "Are your seedlings healthy?" with the room. Open questions start with What, How, Where, When, Who, Tell me about. Soften "why". Groups climb 10 closed-question cards.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7. Two volunteers, 3 minutes each opening. Ask what changed in the farmer. Name it: a strength-based start. Take home: ask three open questions at home tonight.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1–3. Energiser first. Hook: explain the A-frame by talking only, then ask a volunteer to build it. Adults learn by doing, reflecting and trying again.</a:t>
            </a:r>
          </a:p>
          <a:p/>
          <a:p>
            <a:r>
              <a:t>Poster: M-P05</a:t>
            </a:r>
          </a:p>
          <a:p>
            <a:r>
              <a:t>Also: M-ANI-02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4–5. Stations: A-frame (F-P06), spacing string (F-P15), seedling tray (F-P14), record book. Only one kit? Carousel, never demo-only.</a:t>
            </a:r>
          </a:p>
          <a:p/>
          <a:p>
            <a:r>
              <a:t>Poster: F-P06</a:t>
            </a:r>
          </a:p>
          <a:p>
            <a:r>
              <a:t>Also: M-ANI-02</a:t>
            </a:r>
          </a:p>
          <a:p>
            <a:r>
              <a:t>Clip M-ANI-03: public/course-animations/reading-landscape/flow-a-frame.mp4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 6. Same idea as the Course 1 skills checklist (✔ ◐ ✘). In the app: Skill observed and Observation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1–4. "I'll try to mulch" vs "I will mulch the 2 front beds by Friday". Groups fix two weak agreements; pairs write a real one from the triad problem. App: Agreed action, Responsible person, Follow-up date.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5–6. Photo-pair game: which pair proves the action? App: Completed on + Completion evidence. Paper: date and what you saw.</a:t>
            </a:r>
          </a:p>
          <a:p/>
          <a:p>
            <a:r>
              <a:t>Poster: M-P16</a:t>
            </a:r>
          </a:p>
          <a:p>
            <a:r>
              <a:t>Also: M-IMG-06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M-D1-SC. Reporters read one action agreement each. Question Tree, parking bay. Tools back. Facilitators phone every Day 2 host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Day 1 of 3: listen, ask, coach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Our groups and our agreement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Groups of 5, named after plants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Leader · Timekeeper · Materials · Recorder · Reporter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Five rules we agree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M-D1-03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Two visits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Visit A or Visit B?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Which makes you try again?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inspector and the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16:9. Left: a person in a cap with a clipboard standing over a seated farmer, pointing at a dry bed; farmer looks down. Right: the mentor kneeling beside the same bed with the farmer, both looking at the soil, farmer talking. Same garden in both halves.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M-D1-04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Walk beside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In front: I lead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Behind: I push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Beside: we walk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M-D1-05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mentor's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Listen first · real promises only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Private · no gifts that bind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Keep people safe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M-P02 · The mentor's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An open hand (palm facing viewer) drawn large, each finger with a small round picture above it: an ear; a hand pushing away a box of goods; closed lips with a finger (privacy); a hand politely refusing a live chicken while accepting a cup of tea; a shield over a child and a woman. Warm Paper background, Ochre circles.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M-D1-06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What would you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One card per group · 8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Reporter answers in 1 minute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M-D1-07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Listen with ears, eyes, heart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Ears: let them finish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Eyes: same level, phone away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Heart: notice feelings · say it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M-P03 · Listen with ears, eyes and heart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squatting at the same level as the gogo farmer who sits on an upturned 20 ℓ drum beside a bed. The mentor's phone is in her bag (visible, put away). The gogo is talking with open hands; the mentor nods. Three soft Ochre circles highlight the mentor's ear, her eyes (looking at the bed the gogo points to), and her hand on her chest.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M-D1-08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Listening triads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Speaker · Listener · Observer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5 min talk + 3 min feedback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Rotate 3 times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listening triad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adults sitting on plastic chairs under a tree: one talking with open hands, one leaning in listening, one a little apart with a clipboard (blank sheet) watching. Mixed ages and genders.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M-D1-09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Climb the question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Closed → Open → Deeper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→ The farmer's own plan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"What else?"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M-D1-10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Start with what's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Fishbowl: two openings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"What problems do you have?"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"What are you proud of?"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M-D1-11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 do · We do ·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 do: show once, slowly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We do: the farmer's hands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You do: watch quietly · then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M-D1-12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Coaching rounds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Coach · Farmer · 3 Observers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12 min coaching + 3 min feedback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Two rounds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M-ANI-03 · play from the tablet: flow-a-frame.mp4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M-D1-13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Demonstrated or needs support?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Alone and correct = Demonstrated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With help = Needs further support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Not a failure: the next 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M-D1-14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action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What? Who?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By when?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How will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M-D1-15   ·   Poster M-P16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Show me what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Before · after · the date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Close only with evidence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Not done? What got in the 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M-P16 · Show me what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Two matching views of the same bed from the same spot, side by side: left "before" — bare, cracked soil; right "after" — mulched, planted at even spacing, healthy. Below, the mentor and the farmer look at a notebook together; the farmer points at a line. A small wall-calendar square with a tick. Same fence post in both views so the viewer sees it is the…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M-D1-16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Closing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One word about today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Tomorrow: real farms, leave 10:05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Closed shoes, hat, 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