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M-D3-S0. Register, Seed Swap, one thing from a farm visit. Promise: "You leave with a plan that reaches every farmer."</a:t>
            </a:r>
          </a:p>
          <a:p/>
          <a:p>
            <a:r>
              <a:t>Also: M-P07-ART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1–2. "40 farmers, 20 days — can you see all every week?" Re-sort every month. The colour is private. Nobody goes a month without a contact.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3. Expect about 8 red, 16 amber, 16 green; any split is fine with a reason.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4. Worked example: 16 + 16 = 32 needed; 11 a week × 4 = 44 available; ~12 spare. Too many farmers? Bigger clusters, more phone, tell your supervisor with the sum.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5–6. Groups draw a week on the A3 grid. Then each mentor starts their own caseload sheet: track A / P / A+P, cluster, colour.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1–2. Welcome, host's tour, try it together, share circle, agree, individual moments with red and amber farmers.</a:t>
            </a:r>
          </a:p>
          <a:p/>
          <a:p>
            <a:r>
              <a:t>Poster: M-P11</a:t>
            </a:r>
          </a:p>
          <a:p>
            <a:r>
              <a:t>Also: M-IMG-13,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3–4. Groups 1–5 take months 1–5. Ask: "Where are the farmers' hands in your plan?"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5. Invite councillor, extension office, school, buyers. Avoid SASSA pay days and funeral Saturdays. Planner in visit-playbook.md §4.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6. Pairs sit back to back, 4 minutes each way. Record it: phone log or Record visit with "phone check-in".</a:t>
            </a:r>
          </a:p>
          <a:p/>
          <a:p>
            <a:r>
              <a:t>Poster: M-P12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7. One sentence per month from visit-playbook.md §7. Shift the months to the local planting calendar.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 and debrief. Which contact will you use most in month 1?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M-D3-S3. Energiser first. Hook: "She sold spinach for a month. Did she make money? How would she know?" Split into [APP] and [PAPER] groups if the class is mixed. Sequence: app-track.md §3.</a:t>
            </a:r>
          </a:p>
          <a:p/>
          <a:p>
            <a:r>
              <a:t>Poster: M-P14</a:t>
            </a:r>
          </a:p>
          <a:p>
            <a:r>
              <a:t>Also: M-ANI-05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[APP] rounds 1–2. Scripts in app-track.md §4 E5–E7. A bunch count is not a weight. Use Edit to correct, don't add a copy. Compare Lima's reading with the slip line by line.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[PAPER] rounds 1–2. Same time and checks as the app rounds. Slips numbered in the envelope inside the back cover.</a:t>
            </a:r>
          </a:p>
          <a:p/>
          <a:p>
            <a:r>
              <a:t>Poster: F-P20</a:t>
            </a:r>
          </a:p>
          <a:p>
            <a:r>
              <a:t>Also: M-IMG-11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round 3 (both tracks). Another copy is not another sale. Mark paid only when the money arrives. Sample buyer: crèche kitchen, 10 bunches at R10, pays month end.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1–2. Case clinic: drought, theft, conflict, drop-out, dependency (spare: safety). Danger now: SAPS 10111, Childline 116, GBV Command Centre 0800 428 428.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3–4. Use the real caseload. Buddy uses the observer checklist.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M-D3-SC. Fingers 1–5 on the six questions; sticker lists; three open questions; certificates by name with a handshake;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Day 3: reach every farmer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Day 3 of 3: the season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M-D3-02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Who needs me most?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Red: every 2 weeks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Amber: every month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Green: cluster visit + phone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M-D3-03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Sort the case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40 cards · R, A, 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10 minutes · say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M-D3-04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Do the sum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Red × 2 + Amber = visits needed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days × visits a day = available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Leave spare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M-D3-05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 mentor's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One cluster a 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Farthest first, work 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Friday: phone, records,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M-D3-06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cluster visit, six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2–3 hours · 8–12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Host teaches, farmers 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Rotate the host monthly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M-D3-07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Plan it, run a slice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Plan a cluster visit for your month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Run 10 minutes on another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PHOTO · M-PHO-02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real cluster visit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share circle at a cluster visit, taken from outside the circle, all participants consenting (green-sticker holders out of frame). Landscape. Replaces M-P11-ART on the slide when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M-D3-08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farmer field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Farmers show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First harvest · season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20 to 60 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Farmer field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lively half-day event in a community garden: 30–40 people; a farmer presenting at a bed with a spacing string; a table of produce with a hanging scale; elders on chairs in shade; a few children with adults; a buyer (spaza owner in an apron) talking with a farmer.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M-D3-09   ·   Poster M-P12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Ten minutes on the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Greet · Look back · Show 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What's next? · 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M-P12 · Phone check-in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scene. Left: the mentor at a table with a basic phone to her ear and a notebook. Right: the farmer in his garden, phone to ear, looking at a mulched bed; a second small inset shows him taking a photo of the bed with a smartphone. A thin line (like a sound wave) connects the two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Six months with our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Baseline · establish ·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Harvest · sell ·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M-D3-11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Your clusters on the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Add your cluster visit to its month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Mark your field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M-D3-12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Coach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Phone or paper: same records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One exercise per visit, 10–15 min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M-D3-13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Harvest, money,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Weigh → Picked (kg)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Sold and Spent · check before adding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Till slip: Lima reads, you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Harvest page,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Date · crop · kg · where it went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Money in · money out · slip number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M-D3-15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Invoice the buyer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App: Invoice builder · Saved · Share PDF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Paper: duplicate book · copy stays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An invoice is not a payment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Invoice handed to a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At a spaza counter (shelves of generic tins and bags, no brands), a farmer hands a bundle of bunches and a paper invoice (blank lines) to the shop owner; a carbon invoice book lies open on the counter. 16:9.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M-D3-16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When it gets hard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Stay calm · Listen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 can they do?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Who else can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M-D3-17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My season plan and my buddy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Plan month 1 and week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Swap numbers with a buddy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One observed visit in month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 beside your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Evaluation · certificates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