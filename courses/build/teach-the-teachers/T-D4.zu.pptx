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T-D4-S0. A trainee who has not led yet runs the energiser.</a:t>
            </a:r>
          </a:p>
          <a:p/>
          <a:p>
            <a:r>
              <a:t>Poster: T-P11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 1. Tell the story without the slide if you can; show the picture after.</a:t>
            </a:r>
          </a:p>
          <a:p/>
          <a:p>
            <a:r>
              <a:t>Poster: T-P22</a:t>
            </a:r>
          </a:p>
          <a:p>
            <a:r>
              <a:t>Picture T-IMG-10 (coming) — Role play in threes: Three adults standing on a veranda. An older man plays an annoyed learner, arms crossed, frowning (acted, a little comic). A young woman plays the facilitator: relaxed shoulders, open palms, calm face. A third person watches from the side holding a card and smiling. In the background other trios doing the same. Friendly, safe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steps 2–3. Groups make and tell a 2-minute story from a pool-A topic.</a:t>
            </a:r>
          </a:p>
          <a:p/>
          <a:p>
            <a:r>
              <a:t>Poster: T-P17</a:t>
            </a:r>
          </a:p>
          <a:p>
            <a:r>
              <a:t>Picture T-IMG-10 (coming) — Role play in threes: Three adults standing on a veranda. An older man plays an annoyed learner, arms crossed, frowning (acted, a little comic). A young woman plays the facilitator: relaxed shoulders, open palms, calm face. A third person watches from the side holding a card and smiling. In the background other trios doing the same. Friendly, safe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 4. Songs carry messages home for readers and non-readers.</a:t>
            </a:r>
          </a:p>
          <a:p/>
          <a:p>
            <a:r>
              <a:t>Poster: T-P11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 5. Safety first: if anyone is at risk, stop and get help.</a:t>
            </a:r>
          </a:p>
          <a:p/>
          <a:p>
            <a:r>
              <a:t>Poster: T-P22</a:t>
            </a:r>
          </a:p>
          <a:p>
            <a:r>
              <a:t>Picture T-P22-ART (coming) — Artwork for T-P22 · Calm in a difficult moment: Main scene: a facilitator stands relaxed with open palms, shoulders down, facing a learner who is standing and gesturing angrily; other learners seated watch. Small inset lower right: the same facilitator and learner seated together on a bench with cups of tea, talking quietly, the learner calmer. No weapons, no aggression beyond gesture.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T-D4-S1 steps 6–8. Hand out the help-lines list in the plenary. You're not a counsellor.</a:t>
            </a:r>
          </a:p>
          <a:p/>
          <a:p>
            <a:r>
              <a:t>Poster: T-P22</a:t>
            </a:r>
          </a:p>
          <a:p>
            <a:r>
              <a:t>Picture T-IMG-10 (coming) — Role play in threes: Three adults standing on a veranda. An older man plays an annoyed learner, arms crossed, frowning (acted, a little comic). A young woman plays the facilitator: relaxed shoulders, open palms, calm face. A third person watches from the side holding a card and smiling. In the background other trios doing the same. Friendly, safe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 1. Hold up a real leaf; hold the answers until the end.</a:t>
            </a:r>
          </a:p>
          <a:p/>
          <a:p>
            <a:r>
              <a:t>Poster: F-P16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steps 2–3. Groups start at stations 1, 2, 4, 5. Trainer at station 3 (pest or friend).</a:t>
            </a:r>
          </a:p>
          <a:p/>
          <a:p>
            <a:r>
              <a:t>Poster: F-P14</a:t>
            </a:r>
          </a:p>
          <a:p>
            <a:r>
              <a:t>Picture T-IMG-09 (coming) — A gallery walk: An outdoor space with six stations along a fence and two walls, each with a poster (simple shapes) and a small table of objects: seed trays, string, jars, seed packets, insect picture cards. Four small groups are each busy at a different station — sowing, measuring with string, sorting cards. A facilitator rings a small hand bell near the middle. Flipcharts beside posters carry ticks and drawings (no letters).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steps 4–5. Walk the ladder from the bottom; read marks from two stations.</a:t>
            </a:r>
          </a:p>
          <a:p/>
          <a:p>
            <a:r>
              <a:t>Poster: F-P16</a:t>
            </a:r>
          </a:p>
          <a:p>
            <a:r>
              <a:t>Clip T-ANI-20: public/course-animations/plant-guilds/Imbewu-Guilds-04-Helpful-insects.mp4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T-D4-S2 steps 6–7. Then content questions: spacing, seedlings, seed (clip T-ANI-22 for storage).</a:t>
            </a:r>
          </a:p>
          <a:p/>
          <a:p>
            <a:r>
              <a:t>Poster: F-P18</a:t>
            </a:r>
          </a:p>
          <a:p>
            <a:r>
              <a:t>Clip T-ANI-21: public/course-animations/seeds-sovereignty/seed-dry-processing.mp4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T-D4-S3. Run [APP] or its [PAPER] twin — same time, same outcome.</a:t>
            </a:r>
          </a:p>
          <a:p/>
          <a:p>
            <a:r>
              <a:t>Poster: T-P13</a:t>
            </a:r>
          </a:p>
          <a:p>
            <a:r>
              <a:t>Picture T-P13-ART (coming) — Artwork for T-P13 · One lesson, three ways: Three tall columns. Left: a poster on a fence with a group of five standing, one pointing. Middle, top: a laptop connected to a TV on a table in a shaded room with seated learners; middle, bottom: a group of five crowded around a tablet held by one of them. Right: a group of five watching a phone; beneath it, a hand signing on a phone screen with a finger. Under each column, a small drawing of the paper version — a poster roll (left), a ring-bound flip-book of pictures (middle), a paper register on a clipboard (right) — joined to the column above by a curved 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 [APP] station A. Lessons saved via My Studies → Study offline → Save available lessons to</a:t>
            </a:r>
          </a:p>
          <a:p>
            <a:r>
              <a:t>this phone. [PAPER]: picture-sequence cards.</a:t>
            </a:r>
          </a:p>
          <a:p/>
          <a:p>
            <a:r>
              <a:t>Poster: T-P13</a:t>
            </a:r>
          </a:p>
          <a:p>
            <a:r>
              <a:t>Picture T-IMG-17 (coming) — Screenshot: My Studies → Study offline: Capture from the live ImbewuField app on a phone (sample account, no personal data): **My Studies** with the **Study offline** panel open and the button "Save available lessons to this phone" visible. Frame it inside a simple drawn phone outline on Paper background, 16:9. Re-capture whenever the screen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 [APP] station B. Check green dots before the photo. Delete the test event after.</a:t>
            </a:r>
          </a:p>
          <a:p>
            <a:r>
              <a:t>[PAPER]: forms.md §1 and §7.</a:t>
            </a:r>
          </a:p>
          <a:p/>
          <a:p>
            <a:r>
              <a:t>Poster: T-P13</a:t>
            </a:r>
          </a:p>
          <a:p>
            <a:r>
              <a:t>Picture T-IMG-18 (coming) — Screenshot: Mentor → Training: Capture from the app (sample mode only — invented sample names, no real people): the **Mentor** workspace, **Training** view showing an attendance list, a signature box and the venue/date fields. Blur or replace any real names. Frame in a phone or tablet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T-D4-S3 [APP] station C and step 3 rules. A result is a question for the group, not the answer.</a:t>
            </a:r>
          </a:p>
          <a:p>
            <a:r>
              <a:t>[PAPER]: hand lens and picture cards.</a:t>
            </a:r>
          </a:p>
          <a:p/>
          <a:p>
            <a:r>
              <a:t>Poster: T-P13</a:t>
            </a:r>
          </a:p>
          <a:p>
            <a:r>
              <a:t>Picture T-IMG-19 (coming) — Screenshot: Lima Vision result: Capture from the app (sample account): a **Lima Vision** result for a photo of a leafy crop, showing the crop identification and the yield/weigh screen. Photo subject must be a plant, not a person. Frame in a phone outline.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T-D4-S4. Each partner uses a mode new to them (Mode tracker). Every teach still has a hands-on moment.</a:t>
            </a:r>
          </a:p>
          <a:p/>
          <a:p>
            <a:r>
              <a:t>Poster: T-P13</a:t>
            </a:r>
          </a:p>
          <a:p>
            <a:r>
              <a:t>Picture T-IMG-04 (coming) — A tablet for a group of five: Five learners crowd round a tablet held by a young man (the Recorder) at a garden table outdoors in shade. The tablet screen shows a simple animation frame of water soaking into soil (Water blue, soil Ochre). An older woman points at the screen; a young woman beside her already has her hands in a tray of soil, doing what they just watched. A facilitator stands a step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T-D4-S4 step 3. Device-fail drill once per stream, never on a nervous trainee's first device lesson.</a:t>
            </a:r>
          </a:p>
          <a:p/>
          <a:p>
            <a:r>
              <a:t>Poster: T-P13</a:t>
            </a:r>
          </a:p>
          <a:p>
            <a:r>
              <a:t>Picture T-IMG-03 (coming) — Projector in daylight: Split image. Left: a bright church hall with open windows; a projector on a table throws a pale, washed-out rectangle onto a white wall — nothing on it can be seen; learners at the back squint and shade their eyes. Right: the same group in a shaded corner of the hall, gathered close around a large TV on a table; the TV shows a clear picture of a green plant; learners lean in, engaged. A thin Hairline divider between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T-D4-SC. Streams change tomorrow. Bring a hand-made A1 poster, lesson plan, kit list, Teach it card.</a:t>
            </a:r>
          </a:p>
          <a:p/>
          <a:p>
            <a:r>
              <a:t>Poster: T-P15</a:t>
            </a:r>
          </a:p>
          <a:p>
            <a:r>
              <a:t>Picture T-IMG-13 (coming) — The certificate handshake: Inside a hall decorated with posters, an older male trainer shakes hands with a young woman trainee while handing her a certificate (a sheet with a border and a seal shape, no readable text). Colleagues around them clap. Warm, proud mood.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T-D4-01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Usuku 4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Izindlela eziningi zokungena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Usuku 4 kwezi-5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Abafowethu ababili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Ungacela imbewu komuphi umfowabo?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Role play in threes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Isimo sendaba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Umuntu ofana nathi, nenkinga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Lokho akuzamile, nokwenzekile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Umbuzo kulabo abasegumbini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Role play in threes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Qambani ingoma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Iculo wonke umuntu alaziyo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Umlayezo owodwa obalulekile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13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5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Ukuzola esikhathini esinzima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Phefumula · Kusho ngomusa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Lalela, ubuze · Nikeza indlela eya phambili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Landelela ngasese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T-P22 · Calm in a difficult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T-P22-ART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Lingisani ngabathathu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Umqeqeshi · Umfundi · Umbukeli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1643888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3 yokulingisa, imizuzu 3 yokukhuluma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791456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91456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837176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Shintshanani kathathu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Role play in threes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F-P16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T-D4-07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7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400" b="1">
                <a:solidFill>
                  <a:srgbClr val="F2EFE6"/>
                </a:solidFill>
                <a:latin typeface="Segoe Print"/>
              </a:rPr>
              <a:t>Isifundo esiyisibonelo: ukuhamba emibukisweni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Ubani owenze lezi zimbobo?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F-P14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8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Iziteshi eziyisithupha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Umsebenzi esiteshini ngasinye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6, bese niya phambili njengewashi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421632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421632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467352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Shiyani uphawu lweqembu lenu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gallery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F-P16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9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715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600" b="1">
                <a:solidFill>
                  <a:srgbClr val="1C1C1C"/>
                </a:solidFill>
                <a:latin typeface="Segoe Print"/>
              </a:rPr>
              <a:t>Vimbela kuqala, fafaza ekugcineni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48590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57734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1660"/>
            <a:ext cx="5074920" cy="41376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Inhlabathi ephilile, izitshalo ezixubile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Bheka njalo, wenze masinyane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Fafaza ekugcineni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760220"/>
            <a:ext cx="5608320" cy="418338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3220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3220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bewu-Guilds-04-Helpful-insec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77440"/>
            <a:ext cx="5242560" cy="29489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Imbewu-Guilds-04-Helpful-insects.mp4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F-P18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Phumani: sihlaziye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Yini eyenze ukuhamba kwaphumelela?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Uzokusebenzisa nini?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eed-dry-process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04110"/>
            <a:ext cx="5242560" cy="29489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72200" y="5349240"/>
            <a:ext cx="5242560" cy="411480"/>
          </a:xfrm>
          <a:prstGeom prst="rect">
            <a:avLst/>
          </a:prstGeom>
          <a:solidFill>
            <a:srgbClr val="1C1C1C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5349240"/>
            <a:ext cx="5023104" cy="4114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FFFFFF"/>
                </a:solidFill>
                <a:latin typeface="Trebuchet MS"/>
              </a:rPr>
              <a:t>▶  Play clip · seed-dry-processing.mp4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548640" y="4937760"/>
            <a:ext cx="5029200" cy="2377440"/>
          </a:xfrm>
          <a:prstGeom prst="ellipse">
            <a:avLst/>
          </a:prstGeom>
          <a:solidFill>
            <a:srgbClr val="F2EFE6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77200" y="-731520"/>
            <a:ext cx="4754880" cy="2194560"/>
          </a:xfrm>
          <a:prstGeom prst="ellipse">
            <a:avLst/>
          </a:prstGeom>
          <a:solidFill>
            <a:srgbClr val="F2EFE6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2E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F2EFE6"/>
                </a:solidFill>
                <a:latin typeface="Trebuchet MS"/>
              </a:rPr>
              <a:t>IPHOSTA T-P13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Teach the Teachers  ·  T-D4-11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A4A79E"/>
                </a:solidFill>
                <a:latin typeface="Trebuchet MS"/>
              </a:rPr>
              <a:t>11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96012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1C2B9"/>
                </a:solidFill>
                <a:latin typeface="Trebuchet MS"/>
              </a:rPr>
              <a:t>USUKU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71600"/>
            <a:ext cx="6400800" cy="2103120"/>
          </a:xfrm>
          <a:prstGeom prst="rect">
            <a:avLst/>
          </a:prstGeom>
          <a:noFill/>
        </p:spPr>
        <p:txBody>
          <a:bodyPr wrap="square" anchor="b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5400" b="1">
                <a:solidFill>
                  <a:srgbClr val="F2EFE6"/>
                </a:solidFill>
                <a:latin typeface="Segoe Print"/>
              </a:rPr>
              <a:t>Indlela 3: i-app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822960" y="3639312"/>
            <a:ext cx="256032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31920"/>
            <a:ext cx="6400800" cy="1645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D5D4CB"/>
                </a:solidFill>
                <a:latin typeface="Trebuchet MS"/>
              </a:rPr>
              <a:t>Bonisa · Rekhoda · Buza ubheke</a:t>
            </a:r>
          </a:p>
        </p:txBody>
      </p:sp>
      <p:sp>
        <p:nvSpPr>
          <p:cNvPr id="12" name="Rectangle 11"/>
          <p:cNvSpPr/>
          <p:nvPr/>
        </p:nvSpPr>
        <p:spPr>
          <a:xfrm rot="21528000">
            <a:off x="7452360" y="914400"/>
            <a:ext cx="4114800" cy="42062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20000">
            <a:off x="768096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40000">
            <a:off x="10515600" y="78638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20574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306324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Artwork for T-P13 · One lesson, three ways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POSTER ART · T-P13-ART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2C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9585960" cy="9448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C1C1C"/>
                </a:solidFill>
                <a:latin typeface="Segoe Print"/>
              </a:rPr>
              <a:t>My Studies, ngaphandle kwe-inthanethi</a:t>
            </a:r>
          </a:p>
        </p:txBody>
      </p:sp>
      <p:sp>
        <p:nvSpPr>
          <p:cNvPr id="12" name="Rectangle 11"/>
          <p:cNvSpPr/>
          <p:nvPr/>
        </p:nvSpPr>
        <p:spPr>
          <a:xfrm rot="21552000">
            <a:off x="777240" y="201472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36000">
            <a:off x="1051560" y="210616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38048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8048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42620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Vulani i-flight mode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37616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37616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42188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Bukani ividiyo, bese niyenza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3718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3718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4175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Ividiyo ingabonisa ini?</a:t>
            </a:r>
          </a:p>
        </p:txBody>
      </p:sp>
      <p:sp>
        <p:nvSpPr>
          <p:cNvPr id="23" name="Rectangle 22"/>
          <p:cNvSpPr/>
          <p:nvPr/>
        </p:nvSpPr>
        <p:spPr>
          <a:xfrm rot="21528000">
            <a:off x="5989320" y="2289048"/>
            <a:ext cx="5608320" cy="365455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520000">
            <a:off x="6217920" y="216103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840000">
            <a:off x="10546080" y="216103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0" y="315620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16204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Screenshot: My Studies → Study offline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2C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Mentor → Training</a:t>
            </a:r>
          </a:p>
        </p:txBody>
      </p:sp>
      <p:sp>
        <p:nvSpPr>
          <p:cNvPr id="12" name="Rectangle 11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Indawo, usuku, ababekhona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Amasiginesha nesithombe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9752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Impendulo, igcinwe ngaphandle kwe-inthanethi</a:t>
            </a:r>
          </a:p>
        </p:txBody>
      </p:sp>
      <p:sp>
        <p:nvSpPr>
          <p:cNvPr id="23" name="Rectangle 22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Screenshot: Mentor →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640" y="411480"/>
            <a:ext cx="1143000" cy="320040"/>
          </a:xfrm>
          <a:prstGeom prst="roundRect">
            <a:avLst>
              <a:gd name="adj" fmla="val 50000"/>
            </a:avLst>
          </a:prstGeom>
          <a:solidFill>
            <a:srgbClr val="2C6F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54640" y="411480"/>
            <a:ext cx="1143000" cy="320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60120"/>
            <a:ext cx="958596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Lima Vision: siyavumelana?</a:t>
            </a:r>
          </a:p>
        </p:txBody>
      </p:sp>
      <p:sp>
        <p:nvSpPr>
          <p:cNvPr id="12" name="Rectangle 11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Thathani isithombe seqabunga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Fundani umphumela ndawonye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97528"/>
            <a:ext cx="4160520" cy="621792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Singahlola kanjani?</a:t>
            </a:r>
          </a:p>
        </p:txBody>
      </p:sp>
      <p:sp>
        <p:nvSpPr>
          <p:cNvPr id="23" name="Rectangle 22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Screenshot: Lima Vision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"/>
            <a:ext cx="1213866" cy="346710"/>
          </a:xfrm>
          <a:prstGeom prst="roundRect">
            <a:avLst>
              <a:gd name="adj" fmla="val 50000"/>
            </a:avLst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7200"/>
            <a:ext cx="1213866" cy="34671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SEBENZANI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86612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Ukufundisa okuncane: Round 4</a:t>
            </a:r>
          </a:p>
        </p:txBody>
      </p:sp>
      <p:sp>
        <p:nvSpPr>
          <p:cNvPr id="10" name="Rectangle 9"/>
          <p:cNvSpPr/>
          <p:nvPr/>
        </p:nvSpPr>
        <p:spPr>
          <a:xfrm rot="21552000">
            <a:off x="777240" y="1694688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36000">
            <a:off x="1051560" y="1786128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6044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6044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10616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Imizuzu 20, ngababili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05612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05612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01848"/>
            <a:ext cx="4160520" cy="9042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Ama-slide noma i-app — khethani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51808"/>
            <a:ext cx="566928" cy="566928"/>
          </a:xfrm>
          <a:prstGeom prst="ellipse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51808"/>
            <a:ext cx="566928" cy="56692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  <a:latin typeface="Segoe Prin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97528"/>
            <a:ext cx="4160520" cy="1274064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2600" b="1">
                <a:solidFill>
                  <a:srgbClr val="1C1C1C"/>
                </a:solidFill>
                <a:latin typeface="Trebuchet MS"/>
              </a:rPr>
              <a:t>Idivayisi ingahluleka ngamabomu</a:t>
            </a:r>
          </a:p>
        </p:txBody>
      </p:sp>
      <p:sp>
        <p:nvSpPr>
          <p:cNvPr id="21" name="Rectangle 20"/>
          <p:cNvSpPr/>
          <p:nvPr/>
        </p:nvSpPr>
        <p:spPr>
          <a:xfrm rot="21528000">
            <a:off x="5989320" y="1969008"/>
            <a:ext cx="5608320" cy="3974592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520000">
            <a:off x="621792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840000">
            <a:off x="10546080" y="1840992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2000" y="2996184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2024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A tablet for a group of five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6248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4000" b="1">
                <a:solidFill>
                  <a:srgbClr val="1C1C1C"/>
                </a:solidFill>
                <a:latin typeface="Segoe Print"/>
              </a:rPr>
              <a:t>Uma idivayisi ihluleka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53924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63068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05000"/>
            <a:ext cx="5074920" cy="408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Shintsha ngemizuzwana 30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Iphosta noma incwajana yezithombe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Ungaxolisi, qhubeka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813560"/>
            <a:ext cx="5608320" cy="413004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68554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9184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92430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Projector in daylight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A7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72784"/>
            <a:ext cx="1316228" cy="26670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C6F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72784"/>
            <a:ext cx="1316228" cy="2667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1">
                <a:solidFill>
                  <a:srgbClr val="2C6FB7"/>
                </a:solidFill>
                <a:latin typeface="Trebuchet MS"/>
              </a:rPr>
              <a:t>IPHOSTA T-P15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748" y="6291072"/>
            <a:ext cx="54864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Teach the Teachers  ·  T-D4-17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68840" y="6291072"/>
            <a:ext cx="1828800" cy="2743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572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2452C"/>
                </a:solidFill>
                <a:latin typeface="Trebuchet MS"/>
              </a:rPr>
              <a:t>USUKU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1003280" cy="518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800"/>
              </a:spcAft>
            </a:pPr>
            <a:r>
              <a:rPr sz="3200" b="1">
                <a:solidFill>
                  <a:srgbClr val="1C1C1C"/>
                </a:solidFill>
                <a:latin typeface="Segoe Print"/>
              </a:rPr>
              <a:t>Ubuciko besifundo: umbiko nezitifiketi</a:t>
            </a:r>
          </a:p>
        </p:txBody>
      </p:sp>
      <p:sp>
        <p:nvSpPr>
          <p:cNvPr id="8" name="Rectangle 7"/>
          <p:cNvSpPr/>
          <p:nvPr/>
        </p:nvSpPr>
        <p:spPr>
          <a:xfrm rot="21552000">
            <a:off x="640080" y="1432560"/>
            <a:ext cx="2377440" cy="64008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36000">
            <a:off x="914400" y="1524000"/>
            <a:ext cx="1645920" cy="36576"/>
          </a:xfrm>
          <a:prstGeom prst="rect">
            <a:avLst/>
          </a:prstGeom>
          <a:solidFill>
            <a:srgbClr val="D2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98320"/>
            <a:ext cx="5074920" cy="4191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Umbiko wansuku zonke nesithombe serejista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Ukuba khona, hhayi iziqu</a:t>
            </a:r>
          </a:p>
          <a:p>
            <a:pPr algn="l" marL="412750" indent="-412750">
              <a:spcAft>
                <a:spcPts val="1800"/>
              </a:spcAft>
            </a:pPr>
            <a:r>
              <a:rPr sz="2600" b="1">
                <a:solidFill>
                  <a:srgbClr val="D2452C"/>
                </a:solidFill>
                <a:latin typeface="Trebuchet MS"/>
              </a:rPr>
              <a:t>›  </a:t>
            </a:r>
            <a:r>
              <a:rPr sz="2600" b="0">
                <a:solidFill>
                  <a:srgbClr val="1C1C1C"/>
                </a:solidFill>
                <a:latin typeface="Trebuchet MS"/>
              </a:rPr>
              <a:t>Kusasa: Round 5, imizuzu 30</a:t>
            </a:r>
          </a:p>
        </p:txBody>
      </p:sp>
      <p:sp>
        <p:nvSpPr>
          <p:cNvPr id="11" name="Rectangle 10"/>
          <p:cNvSpPr/>
          <p:nvPr/>
        </p:nvSpPr>
        <p:spPr>
          <a:xfrm rot="21528000">
            <a:off x="5989320" y="1706880"/>
            <a:ext cx="5608320" cy="423672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520000">
            <a:off x="6217920" y="157886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840000">
            <a:off x="10546080" y="1578864"/>
            <a:ext cx="822960" cy="274320"/>
          </a:xfrm>
          <a:prstGeom prst="rect">
            <a:avLst/>
          </a:prstGeom>
          <a:solidFill>
            <a:srgbClr val="F3E6A6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  <a:ln w="25400">
            <a:solidFill>
              <a:srgbClr val="D978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2000" y="28651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600" b="0">
                <a:solidFill>
                  <a:srgbClr val="D6624A"/>
                </a:solidFill>
                <a:latin typeface="Trebuchet MS"/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70960"/>
            <a:ext cx="46939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3A3835"/>
                </a:solidFill>
                <a:latin typeface="Segoe Print"/>
              </a:rPr>
              <a:t>The certificate handshake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5303520"/>
            <a:ext cx="4693920" cy="274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1000" b="0">
                <a:solidFill>
                  <a:srgbClr val="6A5B47"/>
                </a:solidFill>
                <a:latin typeface="Trebuchet MS"/>
              </a:rPr>
              <a:t>ISITHOMBE · T-IMG-13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