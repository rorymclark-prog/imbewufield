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T-D2-S0. A trainee runs the register. Energiser by a volunteer. "You said, we did" — answer</a:t>
            </a:r>
          </a:p>
          <a:p>
            <a:r>
              <a:t>yesterday's wishes in two sentences.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T-D2-S0 steps 4–6. Questions to the Question Tree. Roles rotate; say today's promise.</a:t>
            </a:r>
          </a:p>
          <a:p/>
          <a:p>
            <a:r>
              <a:t>Poster: T-P11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 1. Ask: at 12:30, how would you know? Only B can be seen.</a:t>
            </a:r>
          </a:p>
          <a:p/>
          <a:p>
            <a:r>
              <a:t>Poster: T-P05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steps 2–4. Foggy words: understand, know, learn about, appreciate. Groups fix six foggy</a:t>
            </a:r>
          </a:p>
          <a:p>
            <a:r>
              <a:t>cards; then pairs fix their own Round 2 outcome. Ten minutes = one small outcome.</a:t>
            </a:r>
          </a:p>
          <a:p/>
          <a:p>
            <a:r>
              <a:t>Poster: T-P05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 5. Ask each, wait after each. Which got the best thinking?</a:t>
            </a:r>
          </a:p>
          <a:p/>
          <a:p>
            <a:r>
              <a:t>Poster: T-P08</a:t>
            </a:r>
          </a:p>
          <a:p>
            <a:r>
              <a:t>Clip T-ANI-17: public/course-animations/soil-health/watch-05-living-soil.mp4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steps 6–7. Not "Any questions?" but "What questions do you have?" Pairs write a ladder</a:t>
            </a:r>
          </a:p>
          <a:p>
            <a:r>
              <a:t>for a Course 1 poster.</a:t>
            </a:r>
          </a:p>
          <a:p/>
          <a:p>
            <a:r>
              <a:t>Poster: T-P08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T-D2-S1 step 8. Four farmer questions; then give the short content answers from the day file.</a:t>
            </a:r>
          </a:p>
          <a:p>
            <a:r>
              <a:t>Take home: three ladder questions into the Round 2 plan.</a:t>
            </a:r>
          </a:p>
          <a:p/>
          <a:p>
            <a:r>
              <a:t>Poster: T-P08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T-D2-S2. Ladder tally card to each Recorder. Walk out; F-P05 on the trunk; sun behind learners.</a:t>
            </a:r>
          </a:p>
          <a:p/>
          <a:p>
            <a:r>
              <a:t>Poster: F-P05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 steps 2–3. Cardboard house per group, torch or real sun. Stick shadow points south at noon.</a:t>
            </a:r>
          </a:p>
          <a:p/>
          <a:p>
            <a:r>
              <a:t>Poster: F-P05</a:t>
            </a:r>
          </a:p>
          <a:p>
            <a:r>
              <a:t>Also: T-ANI-13</a:t>
            </a:r>
          </a:p>
          <a:p>
            <a:r>
              <a:t>Clip T-ANI-13: public/course-animations/reading-landscape/watch-09-sun-shadows.mp4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 steps 4–6. Debrief on F-P07; roof sum on F-P08 (60 m² × 10 mm = 600 ℓ, about 500 caught).</a:t>
            </a:r>
          </a:p>
          <a:p>
            <a:r>
              <a:t>Clip T-ANI-15 for the roof.</a:t>
            </a:r>
          </a:p>
          <a:p/>
          <a:p>
            <a:r>
              <a:t>Poster: F-P07</a:t>
            </a:r>
          </a:p>
          <a:p>
            <a:r>
              <a:t>Clip T-ANI-14: public/course-animations/reading-landscape/watch-05-water-movement.mp4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T-D2-S2 steps 7–10. Ladder counts; tree-talk rules; improvised-aids brainstorm (8 free things per</a:t>
            </a:r>
          </a:p>
          <a:p>
            <a:r>
              <a:t>group); roof-sum practice. 1 mm on 1 m² = 1 litre.</a:t>
            </a:r>
          </a:p>
          <a:p/>
          <a:p>
            <a:r>
              <a:t>Poster: T-P12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T-D2-S3. Energiser by a trainee first.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T-D2-S3 steps 2–3. Co-trainer teaches F-P06 badly (90 s) then well (90 s). Stand to the side;</a:t>
            </a:r>
          </a:p>
          <a:p>
            <a:r>
              <a:t>notes on the A5 card or phone.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T-D2-S3 steps 4–6. Language-time demo with the roof sum; six scenario cards; then studio: improve</a:t>
            </a:r>
          </a:p>
          <a:p>
            <a:r>
              <a:t>the poster and write a 5-prompt Teach it card.</a:t>
            </a:r>
          </a:p>
          <a:p/>
          <a:p>
            <a:r>
              <a:t>Poster: T-P17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T-D2-S4 steps 1–4. Reverse order. Talk % = marks ÷ 10 × 100. Trainers observe two full teaches each.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T-D2-S4 steps 5–7. No comments on others' numbers. Add tips to "Our teaching tips". Tick Poster.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T-D2-SC. Eight "OK or not?" cards. Pairs made inside groups; pool B cards for Round 3 (15 min, with</a:t>
            </a:r>
          </a:p>
          <a:p>
            <a:r>
              <a:t>a practical).</a:t>
            </a:r>
          </a:p>
          <a:p/>
          <a:p>
            <a:r>
              <a:t>Poster: T-P17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T-D2-01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Say less, ask more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Day 2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Tree talk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teaching circle under a big shade tree: a poster tied to the trunk at seated eye level; about twelve learners in a horseshoe on chairs and a log, faces in shade, the sun behind them in the upper part of the scene (north). The facilitator stands to one side of the poster. On the ground in the middle: two cut-open 2 ℓ bottles and a cardboard house. A…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T-D2-02   ·   Poster T-P11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What did you sleep 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One thing you remember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One question you woke with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learning circle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T-D2-03   ·   Poster T-P05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Which outcome can you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A: understand compost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B: build a 1 m layered heap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T-P05 · Outcomes start with a doing 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young farmer stands proudly beside a finished, neatly layered compost heap about waist high, pointing to its layers. A facilitator beside her holds a clipboard and draws a tick shape. In the background, a clock shape on a wall shows the hands near twelve (midday). Three big ochre callout circles sit on: the farmer's pointing hand (①), the heap (②), and…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T-D2-04   ·   Poster T-P05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Start with a doing word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A doing word · What · How well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Make, show, find, measure, explain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Could you see it by lunch?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T-P05 · Outcomes start with a doing 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young farmer stands proudly beside a finished, neatly layered compost heap about waist high, pointing to its layers. A facilitator beside her holds a clipboard and draws a tick shape. In the background, a clock shape on a wall shows the hands near twelve (midday). Three big ochre callout circles sit on: the farmer's pointing hand (①), the heap (②), and…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T-D2-05   ·   Poster T-P08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Three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Is soil alive?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lives in soil?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How could you find out?</a:t>
            </a:r>
          </a:p>
        </p:txBody>
      </p:sp>
      <p:pic>
        <p:nvPicPr>
          <p:cNvPr id="7" name="Picture 6" descr="watch-05-living-so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T-ANI-17 · play from the tablet: watch-05-living-soil.mp4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T-D2-06   ·   Poster T-P08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Climb the question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Closed · Open · Deeper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Wait 5 seconds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Bounce it 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T-P08 · The question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tall wooden ladder with three rungs leans against a tree. On the bottom rung, a small figure beside one short speech-bubble shape (empty). On the middle rung, two figures with several branching bubble shapes. On the top rung, a figure looks out over a whole garden, hand on chin, with a bubble shaped like a sprouting seed. At the ladder's foot: an open…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T-D2-07   ·   Poster T-P08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Wait and bounce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Count five fingers silently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Don't answer — bounce it back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12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T-P08-ART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T-P08 · The question ladder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tall wooden ladder with three rungs leans against a tree. On the bottom rung, a small figure beside one short speech-bubble shape (empty). On the middle rung, two figures with several branching bubble shapes. On the top rung, a figure looks out over a whole garden, hand on chin, with a bubble shaped like a sprouting seed. At the ladder's foot: an open…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T-D2-08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Model lesson under a tree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Read the land and water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Recorders: count question types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Tree talk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teaching circle under a big shade tree: a poster tied to the trunk at seated eye level; about twelve learners in a horseshoe on chairs and a log, faces in shade, the sun behind them in the upper part of the scene (north). The facilitator stands to one side of the poster. On the ground in the middle: two cut-open 2 ℓ bottles and a cardboard house.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T-D2-09   ·   Poster F-P05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Where is the sun?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Window faces north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Mark winter shade with sticks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Which way does the shadow point?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cardboard house and the sun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Close view on bare ground: a shoebox house with a card triangle roof and small windows on each side, sitting on a patch of soil. A compass arrow drawn on the ground points up-screen (north). Sunlight comes from the north (upper part), low (winter), casting a long shadow of the house down-screen (south). Small sticks mark the edge of the shadow. Two hands…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T-D2-10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Where does the water 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Pour 500 ml on each bottle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Catch and measure the runoff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Find three water signs</a:t>
            </a:r>
          </a:p>
        </p:txBody>
      </p:sp>
      <p:pic>
        <p:nvPicPr>
          <p:cNvPr id="9" name="Picture 8" descr="watch-05-water-move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T-ANI-14 · play from the tablet: watch-05-water-movement.mp4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T-D2-11   ·   Poster T-P12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Tree talk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Sun behind learners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Poster at eye level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Stop, then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T-P12 · Teach with what you have (tree talk)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teaching circle under a large shade tree. A poster is tied to the trunk at the eye level of seated people. Learners sit in a horseshoe facing the trunk, the sun shape behind them in the upper part of the scene (north, marked by a small compass arrow pointing up), so their faces are in shade. The facilitator stands to one side of the poster, wind lines…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T-D2-12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Mode 1: posters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One lesson, three ways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Today: the poster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T-P13 · One lesson,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tall columns. Left: a poster on a fence with a group of five standing, one pointing. Middle, top: a laptop connected to a TV on a table in a shaded room with seated learners; middle, bottom: a group of five crowded around a tablet held by one of them. Right: a group of five watching a phone; beneath it, a hand signing on a phone screen with 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Teach from a poster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Cover and reveal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Point and ask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Learners come to the poster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Notes on the phone, poster on the fence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young female facilitator stands beside (not in front of) a poster tied to a wire fence with cable ties. She holds a phone low in one hand, glancing at it, and points with an open hand at a numbered circle on the poster. Five learners stand in a horseshoe facing the poster, one stepping forward to touch it. Garden beds behind. Poster content drawn as…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T-D2-14   ·   Poster T-P17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Everyone learns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Language time: retell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A role for everyone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Seated jobs, picture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T-P17 · Everyone learns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mixed group of five at a raised table outside, mixing seedling soil: a gogo seated, showing seeds in her palm to others; a young man in a wheelchair at the table's end mixing soil with both hands; a young mother with a baby tied on her back; an older man seated close to the facilitator, watching her face as she speaks; two young women talking side by…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T-D2-15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Micro-teaching Round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10 minutes, solo, posters only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Observer counts talk and questions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6 minutes feedback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T-D2-16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talk scoreboard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Write your own talk %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helped you talk less?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T-D2-17   ·   Poster T-P17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Course craft: POPIA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Consent before the camera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Green dot = no photos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Share only what was agreed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