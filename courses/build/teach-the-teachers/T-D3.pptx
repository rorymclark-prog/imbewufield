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T-D3-S0. Register by a trainee; energiser; "you said, we did"; each trainee names one way to lower</a:t>
            </a:r>
          </a:p>
          <a:p>
            <a:r>
              <a:t>their talk % today.</a:t>
            </a:r>
          </a:p>
          <a:p/>
          <a:p>
            <a:r>
              <a:t>Poster: T-P04</a:t>
            </a:r>
          </a:p>
          <a:p>
            <a:r>
              <a:t>Picture T-IMG-04 (coming) — A tablet for a group of five: Five learners crowd round a tablet held by a young man (the Recorder) at a garden table outdoors in shade. The tablet screen shows a simple animation frame of water soaking into soil (Water blue, soil Ochre). An older woman points at the screen; a young woman beside her already has her hands in a tray of soil, doing what they just watched. A facilitator stands a step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 1. Three minutes max. Then groups: why does it happen? Sort into can fix / can't fix.</a:t>
            </a:r>
          </a:p>
          <a:p/>
          <a:p>
            <a:r>
              <a:t>Poster: T-P07</a:t>
            </a:r>
          </a:p>
          <a:p>
            <a:r>
              <a:t>Clip T-ANI-02: public/course-media/teach-the-teachers/T-ANI-02.mp4</a:t>
            </a:r>
          </a:p>
          <a:p>
            <a:r>
              <a:t>Picture T-ANI-02 (coming) — From one demo to five groups: Top view of a practical site. 0–4 s: one facilitator digging, 25 small figures standing around her in a crowd, still. 4–8 s: the crowd splits into five groups of five that walk to five stations 3 m apart, each with its own small pile of tools. 8–12 s: every figure is moving — digging, carrying, mixing; the facilitator walks between stations with hands behind her back. Loop by fading back. Poster frame: the final busy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 3. Six moves. "If you take the spade, the practical is over."</a:t>
            </a:r>
          </a:p>
          <a:p/>
          <a:p>
            <a:r>
              <a:t>Poster: T-P07</a:t>
            </a:r>
          </a:p>
          <a:p>
            <a:r>
              <a:t>Picture T-P07-ART (coming) — Artwork for T-P07 · A practical, not a demo: Two panels. Small top-left panel (one third width), drawn in faded greys: one facilitator digging while a crowd of about twenty stands watching, arms folded; a thick Ochre diagonal bar crosses the panel (a "no" sign made of a shape, not a letter). Large main panel: four groups of five at four stations spaced apart on open ground, every person working — digging, carrying, mixing, measuring; each station has its own small pile of tools and a crate. The facilitator walks between stations with her hands clasped behind her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 4. Cards: one spade; rain; a learner takes over; elders won't get hands dirty.</a:t>
            </a:r>
          </a:p>
          <a:p/>
          <a:p>
            <a:r>
              <a:t>Poster: T-P07</a:t>
            </a:r>
          </a:p>
          <a:p>
            <a:r>
              <a:t>Picture T-P07-ART (coming) — Artwork for T-P07 · A practical, not a demo: Two panels. Small top-left panel (one third width), drawn in faded greys: one facilitator digging while a crowd of about twenty stands watching, arms folded; a thick Ochre diagonal bar crosses the panel (a "no" sign made of a shape, not a letter). Large main panel: four groups of five at four stations spaced apart on open ground, every person working — digging, carrying, mixing, measuring; each station has its own small pile of tools and a crate. The facilitator walks between stations with her hands clasped behind her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 5. Model answer in the day file.</a:t>
            </a:r>
          </a:p>
          <a:p/>
          <a:p>
            <a:r>
              <a:t>Poster: T-P07</a:t>
            </a:r>
          </a:p>
          <a:p>
            <a:r>
              <a:t>Clip T-ANI-10: public/course-animations/reading-landscape/flow-a-frame.mp4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steps 6–8. Safety rules; count a crate in and out; journal rule.</a:t>
            </a:r>
          </a:p>
          <a:p/>
          <a:p>
            <a:r>
              <a:t>Poster: T-P16</a:t>
            </a:r>
          </a:p>
          <a:p>
            <a:r>
              <a:t>Picture T-IMG-16 (coming) — Spot the hazard: A busy practical site with eight hazards for learners to find: a spade lying point-up on a path; a garden fork leaning at head height; an open spray bottle next to a plate of food; a hosepipe across a walkway; a group working in full midday sun with no hats; a first aid box inside a closed car; someone swinging a pick with a person standing just behind; no water container anywhere. Everything else looks normal and friendly — no injuries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T-D3-S2. Co-trainer teaches. Observer ticks each person every 5 minutes their hands are in the task.</a:t>
            </a:r>
          </a:p>
          <a:p/>
          <a:p>
            <a:r>
              <a:t>Poster: F-P10</a:t>
            </a:r>
          </a:p>
          <a:p>
            <a:r>
              <a:t>Clip T-ANI-17: public/course-media/teach-the-teachers/T-ANI-17.mp4</a:t>
            </a:r>
          </a:p>
          <a:p>
            <a:r>
              <a:t>Picture T-ANI-17 (coming) — Living soil: Cut-away of dark garden soil under mulch, magnified: earthworms tunnel, fungus threads link roots, tiny specks of life move, crumbs hold air and water droplets; a fallen leaf above is slowly broken down and pulled into the soil. (Replaces the withdrawn clip `soil-health/watch-05-living-soil.mp4`.)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T-D3-S2 step 2. Demo 3 minutes max, then hands behind your back. Read the settled Day 0 jar.</a:t>
            </a:r>
          </a:p>
          <a:p/>
          <a:p>
            <a:r>
              <a:t>Poster: F-P10</a:t>
            </a:r>
          </a:p>
          <a:p>
            <a:r>
              <a:t>Clip T-ANI-19: public/course-media/teach-the-teachers/T-ANI-19.mp4</a:t>
            </a:r>
          </a:p>
          <a:p>
            <a:r>
              <a:t>Picture T-ANI-19 (coming) — Soil observation: Hands dig a spade-deep square of garden soil, lift it and crumble it: dark crumbs, fine roots, an earthworm, fungus threads. Beside it a pale hard lump from a path cracks apart with nothing living in it. Slow side-by-side comparison. (Replaces the withdrawn clip `soil-health/tour-soil-observation.mp4`.)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T-D3-S2 step 4. Compost vs no compost. This is how farmer field schools learn.</a:t>
            </a:r>
          </a:p>
          <a:p/>
          <a:p>
            <a:r>
              <a:t>Poster: T-P21</a:t>
            </a:r>
          </a:p>
          <a:p>
            <a:r>
              <a:t>Picture T-P21-ART (coming) — Artwork for T-P21 · Test it side by side: Two small plots side by side, divided by a string line. Left plot: bare soil, small pale plants. Right plot: mulched soil with compost, taller dark-green plants. A group of five farmers crouches between them: one measures a plant against a marked stick, one draws on a clipboard, one holds a handful of soil from each side, two discuss, pointing. Along the bottom, three small panels show the same two plots getting further apart in growth over time (week 1, 4, 8 — shown only by plant size, no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T-D3-S2 steps 6–8. Then soil and compost questions from the content notes.</a:t>
            </a:r>
          </a:p>
          <a:p/>
          <a:p>
            <a:r>
              <a:t>Poster: T-P07</a:t>
            </a:r>
          </a:p>
          <a:p>
            <a:r>
              <a:t>Picture T-IMG-04 (coming) — A tablet for a group of five: Five learners crowd round a tablet held by a young man (the Recorder) at a garden table outdoors in shade. The tablet screen shows a simple animation frame of water soaking into soil (Water blue, soil Ochre). An older woman points at the screen; a young woman beside her already has her hands in a tray of soil, doing what they just watched. A facilitator stands a step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 1. Energiser first. Show this slide on the projector with curtains open; trainees</a:t>
            </a:r>
          </a:p>
          <a:p>
            <a:r>
              <a:t>at the back wall.</a:t>
            </a:r>
          </a:p>
          <a:p/>
          <a:p>
            <a:r>
              <a:t>Poster: T-P13</a:t>
            </a:r>
          </a:p>
          <a:p>
            <a:r>
              <a:t>Picture T-IMG-03 (coming) — Projector in daylight: Split image. Left: a bright church hall with open windows; a projector on a table throws a pale, washed-out rectangle onto a white wall — nothing on it can be seen; learners at the back squint and shade their eyes. Right: the same group in a shaded corner of the hall, gathered close around a large TV on a table; the TV shows a clear picture of a green plant; learners lean in, engaged. A thin Hairline divider between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 2. Ask first; let them answer.</a:t>
            </a:r>
          </a:p>
          <a:p/>
          <a:p>
            <a:r>
              <a:t>Poster: T-P13</a:t>
            </a:r>
          </a:p>
          <a:p>
            <a:r>
              <a:t>Clip T-ANI-18: public/course-animations/soil-health/flow-build-compost-heap.mp4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 2. Presenter view; carry the deck three ways (laptop, flash drive, PDF on phone).</a:t>
            </a:r>
          </a:p>
          <a:p/>
          <a:p>
            <a:r>
              <a:t>Poster: T-P13</a:t>
            </a:r>
          </a:p>
          <a:p>
            <a:r>
              <a:t>Picture T-IMG-04 (coming) — A tablet for a group of five: Five learners crowd round a tablet held by a young man (the Recorder) at a garden table outdoors in shade. The tablet screen shows a simple animation frame of water soaking into soil (Water blue, soil Ochre). An older woman points at the screen; a young woman beside her already has her hands in a tray of soil, doing what they just watched. A facilitator stands a step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 3. 8 minutes each. Flip-book: show, ask, then turn. No devices? All flip-books.</a:t>
            </a:r>
          </a:p>
          <a:p/>
          <a:p>
            <a:r>
              <a:t>Poster: T-P13</a:t>
            </a:r>
          </a:p>
          <a:p>
            <a:r>
              <a:t>Picture T-IMG-14 (coming) — The paper flip-book: A group of five seated round a small table outdoors. One person holds a ring-bound A4 book of big pictures (a slide printed on each page — simple garden drawings, no text), turning a page toward the group; another points at the picture. No devices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steps 4–5. Then pair studio: finish plans, handovers, signal and posters.</a:t>
            </a:r>
          </a:p>
          <a:p/>
          <a:p>
            <a:r>
              <a:t>Poster: T-P14</a:t>
            </a:r>
          </a:p>
          <a:p>
            <a:r>
              <a:t>Picture T-P14-ART (coming) — Artwork for T-P14 · Hand over, don't take over: In front of a seated group, one facilitator hands a seedling tray to a second facilitator, like passing a relay baton; both smile. Behind them, a third small scene of the same second facilitator quietly carrying a crate of materials and making marks on a clipboard while the first one teaches. In a small inset, a facilitator touches her ear with one finger (the signal) and her partner nods.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T-D3-S4. Stream A with the lead, Stream B with the co-trainer. Set up during the previous feedback.</a:t>
            </a:r>
          </a:p>
          <a:p/>
          <a:p>
            <a:r>
              <a:t>Poster: T-P14</a:t>
            </a:r>
          </a:p>
          <a:p>
            <a:r>
              <a:t>Picture T-IMG-11 (coming) — Two facilitators, one lesson: In front of a seated group, a young woman facilitator hands a seedling tray to a young man facilitator, both smiling, like passing a relay baton. Behind them a crate of tools and a clipboard with tally marks on a chair. Learners watch, one already reaching toward the tray.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T-D3-S4 step 1. Trainer gives one star only. Never interrupt a teach unless there is a safety risk.</a:t>
            </a:r>
          </a:p>
          <a:p/>
          <a:p>
            <a:r>
              <a:t>Poster: T-P10</a:t>
            </a:r>
          </a:p>
          <a:p>
            <a:r>
              <a:t>Picture T-P10-ART (coming) — Artwork for T-P10 · Two stars and a wish: A small group of four seated in a circle after a lesson. A young woman (the teacher) speaks first, hand open. Opposite her, an older man with a clipboard (the observer) speaks kindly; above him float two big Ochre star shapes and one Leaf-green sprouting seedling shape. The teacher, now with hand on heart, listens and nods. A third person smiles and holds up one finger (another star).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T-D3-SC. Groups write a kit list for one Course 1 practical. Round 4 (choose your mode) and Round 5</a:t>
            </a:r>
          </a:p>
          <a:p>
            <a:r>
              <a:t>pool C cards handed out now.</a:t>
            </a:r>
          </a:p>
          <a:p/>
          <a:p>
            <a:r>
              <a:t>Poster: T-P16</a:t>
            </a:r>
          </a:p>
          <a:p>
            <a:r>
              <a:t>Picture T-P16-ART (coming) — Artwork for T-P16 · Ready by Day 0 — the course kit: A flat-lay seen from above on a green tarp: four crates, each with a different plant symbol drawn on it (bean, pumpkin, maize cob, marula fruit), holding spades, string, jars and tins; a poster tube; an open flip folder with forms (lines, not letters); a first aid kit with a cross symbol, open; a clipboard with a register grid; a stack of blank certificates; two 20 ℓ drums; a phone, a tablet and a power bank; a small A-frame. At the top edge, a facilitator at a hall doorway ticks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T-P04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T-D3-01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Day 3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Hands on, every time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Day 3 of 5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tablet for a group of five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The 2022 story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One person digging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Twenty-five watching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Kit for four groups in the car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From one demo to five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CLIP · T-ANI-02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Hands on, not a demo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Kit per group · Demo 3 minutes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Groups of 5 · Stations apart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Hands behind your back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T-P07 · A practical, not a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T-P07-ART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Rescue the practical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One card per group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Plan the rescue, 12 minutes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2 minutes to present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T-P07 · A practical, not a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T-P07-ART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One kit? Carousel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One A-frame, 25 learners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Five stations, 8 minutes each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Nobody watches over 10 minutes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low-a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81834"/>
            <a:ext cx="5242560" cy="29489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172200" y="5349240"/>
            <a:ext cx="5242560" cy="411480"/>
          </a:xfrm>
          <a:prstGeom prst="rect">
            <a:avLst/>
          </a:prstGeom>
          <a:solidFill>
            <a:srgbClr val="1C1C1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5349240"/>
            <a:ext cx="5023104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Trebuchet MS"/>
              </a:rPr>
              <a:t>▶  Play clip · flow-a-frame.mp4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Spot the hazard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Find 8 hazards in 4 minutes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Tools points down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1508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First aid kit open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Spot the hazard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F-P10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T-D3-07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200" b="1">
                <a:solidFill>
                  <a:srgbClr val="F2EFE6"/>
                </a:solidFill>
                <a:latin typeface="Segoe Print"/>
              </a:rPr>
              <a:t>Model practical: living soil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You are farmers now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Recorders: practical-check card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98280" y="2057400"/>
            <a:ext cx="822960" cy="822960"/>
          </a:xfrm>
          <a:prstGeom prst="ellipse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Living soil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CLIP · T-ANI-17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F-P10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Four soil tests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Squeeze · Jar · Worms · Infiltration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Every person does each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67352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27 minutes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Soil observation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CLIP · T-ANI-19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9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Test it side by side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Two pots, one change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Sow, label, water the same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Predict, then look on Day 5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T-P21 · Test it side by 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T-P21-ART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Step out: unpack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Who had fewer than 4 ticks?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What kept every hand busy?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tablet for a group of five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T-P13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T-D3-11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Mode 2: slides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Can you read it from the back?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Projector in daylight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When slides help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Things that move or grow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Pests out of season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Big group in a dark room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low-build-compost-he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04110"/>
            <a:ext cx="5242560" cy="29489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5349240"/>
            <a:ext cx="5242560" cy="411480"/>
          </a:xfrm>
          <a:prstGeom prst="rect">
            <a:avLst/>
          </a:prstGeom>
          <a:solidFill>
            <a:srgbClr val="1C1C1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5349240"/>
            <a:ext cx="5023104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Trebuchet MS"/>
              </a:rPr>
              <a:t>▶  Play clip · flow-build-compost-heap.mp4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Set up to be seen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Test from the back, in daylight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TV beats projector; press B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Tablet per group of 5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tablet for a group of five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Three stations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A: big screen, 2 slides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B: tablet clip, teach it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C: paper flip-book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The paper flip-book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Hand over, don't take over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Plan who leads each step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Say the handover out loud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Touch your ear to offer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T-P14 · Hand over, don't take 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T-P14-ART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Micro-teaching Round 3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15 minutes, pairs, half-class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 practical in two groups of 4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7 minutes feedback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Two facilitators, one lesson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Feedback for pairs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Partners star each other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Observer 1: talk and questions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Observer 2: hands and handovers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T-P10 · Two stars and a wish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T-P10-ART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Course craft: the kit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Count per group, plus one spare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Kit in, kit out, every day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Certificates: registered + 10%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T-P16 · Ready by Day 0 — the course 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T-P16-ART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