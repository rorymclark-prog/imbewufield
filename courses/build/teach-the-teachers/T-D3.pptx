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T-D3-S0. Register by a trainee; energiser; "you said, we did"; each trainee names one way to lower</a:t>
            </a:r>
          </a:p>
          <a:p>
            <a:r>
              <a:t>their talk % today.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1. Three minutes max. Then groups: why does it happen? Sort into can fix / can't fix.</a:t>
            </a:r>
          </a:p>
          <a:p/>
          <a:p>
            <a:r>
              <a:t>Poster: T-P07</a:t>
            </a:r>
          </a:p>
          <a:p>
            <a:r>
              <a:t>Clip T-ANI-02: public/course-media/teach-the-teachers/T-ANI-02.mp4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3. Six moves. "If you take the spade, the practical is over."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4. Cards: one spade; rain; a learner takes over; elders won't get hands dirty.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5. Model answer in the day file.</a:t>
            </a:r>
          </a:p>
          <a:p/>
          <a:p>
            <a:r>
              <a:t>Poster: T-P07</a:t>
            </a:r>
          </a:p>
          <a:p>
            <a:r>
              <a:t>Clip T-ANI-10: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steps 6–8. Safety rules; count a crate in and out; journal rule.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T-D3-S2. Co-trainer teaches. Observer ticks each person every 5 minutes their hands are in the task.</a:t>
            </a:r>
          </a:p>
          <a:p/>
          <a:p>
            <a:r>
              <a:t>Poster: F-P10</a:t>
            </a:r>
          </a:p>
          <a:p>
            <a:r>
              <a:t>Clip T-ANI-17: public/course-media/teach-the-teachers/T-ANI-17.mp4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2. Demo 3 minutes max, then hands behind your back. Read the settled Day 0 jar.</a:t>
            </a:r>
          </a:p>
          <a:p/>
          <a:p>
            <a:r>
              <a:t>Poster: F-P10</a:t>
            </a:r>
          </a:p>
          <a:p>
            <a:r>
              <a:t>Clip T-ANI-19: public/course-media/teach-the-teachers/T-ANI-19.mp4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4. Compost vs no compost. This is how farmer field schools learn.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steps 6–8. Then soil and compost questions from the content notes.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1. Energiser first. Show this slide on the projector with curtains open; trainees</a:t>
            </a:r>
          </a:p>
          <a:p>
            <a:r>
              <a:t>at the back wall.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Ask first; let them answer.</a:t>
            </a:r>
          </a:p>
          <a:p/>
          <a:p>
            <a:r>
              <a:t>Poster: T-P13</a:t>
            </a:r>
          </a:p>
          <a:p>
            <a:r>
              <a:t>Clip T-ANI-18: public/course-animations/soil-health/flow-build-compost-heap.mp4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Presenter view; carry the deck three ways (laptop, flash drive, PDF on phone).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3. 8 minutes each. Flip-book: show, ask, then turn. No devices? All flip-books.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steps 4–5. Then pair studio: finish plans, handovers, signal and posters.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T-D3-S4. Stream A with the lead, Stream B with the co-trainer. Set up during the previous feedback.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 step 1. Trainer gives one star only. Never interrupt a teach unless there is a safety risk.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T-D3-SC. Groups write a kit list for one Course 1 practical. Round 4 (choose your mode) and Round 5</a:t>
            </a:r>
          </a:p>
          <a:p>
            <a:r>
              <a:t>pool C cards handed out now.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T-D3-01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Day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Hands on, every time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3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T-D3-02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The 2022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person digging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Twenty-five watching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Kit for four groups in the car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From one demo to five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view of a practical site. 0–4 s: one facilitator digging, 25 small figures standing around her in a crowd, still. 4–8 s: the crowd splits into five groups of five that walk to five stations 3 m apart, each with its own small pile of tools. 8–12 s: every figure is moving — digging, carrying, mixing; the facilitator walks between stations with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T-D3-03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Hands on, not a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Kit per group · Demo 3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Groups of 5 · Stations apart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Hands behind your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T-D3-04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Rescue the practical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card per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Plan the rescue, 12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2 minutes to 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T-P07 · A practical, not a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T-D3-05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One kit? Carousel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One A-frame, 25 learners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Five stations,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Nobody watches over 10 minutes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T-ANI-10 · play from the tablet: flow-a-frame.mp4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T-D3-06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Find 8 hazards in 4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Tools points down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First aid kit open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Spot the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busy practical site with eight hazards for learners to find: a spade lying point-up on a path; a garden fork leaning at head height; an open spray bottle next to a plate of food; a hosepipe across a walkway; a group working in full midday sun with no hats; a first aid box inside a closed car; someone swinging a pick with a person standing just behind;…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T-D3-07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practical: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practical-check card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T-ANI-17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Living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Cut-away of dark garden soil under mulch, magnified: earthworms tunnel, fungus threads link roots, tiny specks of life move, crumbs hold air and water droplets; a fallen leaf above is slowly broken down and pulled into the soil. (Replaces the withdrawn clip `soil-health/watch-05-living-soil.mp4`.)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T-D3-08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Four soil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Squeeze · Jar · Worms · Infiltration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Every person does each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27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Soil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Hands dig a spade-deep square of garden soil, lift it and crumble it: dark crumbs, fine roots, an earthworm, fungus threads. Beside it a pale hard lump from a path cracks apart with nothing living in it. Slow side-by-side comparison. (Replaces the withdrawn clip `soil-health/tour-soil-observation.mp4`.)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T-D3-09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Test it side by 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Two pots, one change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Sow, label, water the same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Predict, then look on Day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T-P21-ART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T-P21 · Test it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T-D3-10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Who had fewer than 4 ticks?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kept every hand busy?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T-D3-11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 2: slides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Can you read it from the back?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When slides help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Things that move or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Pests out of season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Big group in a dark room</a:t>
            </a:r>
          </a:p>
        </p:txBody>
      </p:sp>
      <p:pic>
        <p:nvPicPr>
          <p:cNvPr id="7" name="Picture 6" descr="flow-build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T-ANI-18 · play from the tablet: flow-build-compost-heap.mp4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Set up to be seen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Test from the back, in daylight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TV beats projector; press 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Tablet per group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Three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A: big screen, 2 slides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B: tablet clip, teach it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C: paper flip-book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paper flip-book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group of five seated round a small table outdoors. One person holds a ring-bound A4 book of big pictures (a slide printed on each page — simple garden drawings, no text), turning a page toward the group; another points at the picture. No devices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T-D3-15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Hand over, don't take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Plan who leads each step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Say the handover out loud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Touch your ear to offer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T-P14 · Hand over, don't take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one facilitator hands a seedling tray to a second facilitator, like passing a relay baton; both smile. Behind them, a third small scene of the same second facilitator quietly carrying a crate of materials and making marks on a clipboard while the first one teaches. In a small inset, a facilitator touches her ear with one…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T-D3-16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15 minutes, pairs, half-class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A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7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Feedback for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Observer 1: talk and questions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Observer 2: hands and handovers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T-D3-18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the 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Count per group, plus one spare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Kit in, kit out,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Certificates: registered + 10%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T-P16 · Ready by Day 0 — the course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