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T-D3-S0. Register by a trainee; energiser; "you said, we did"; each trainee names one way to lower</a:t>
            </a:r>
          </a:p>
          <a:p>
            <a:r>
              <a:t>their talk % today.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1. Three minutes max. Then groups: why does it happen? Sort into can fix / can't fix.</a:t>
            </a:r>
          </a:p>
          <a:p/>
          <a:p>
            <a:r>
              <a:t>Poster: T-P07</a:t>
            </a:r>
          </a:p>
          <a:p>
            <a:r>
              <a:t>Clip T-ANI-02: public/course-media/teach-the-teachers/T-ANI-02.mp4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3. Six moves. "If you take the spade, the practical is over."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4. Cards: one spade; rain; a learner takes over; elders won't get hands dirty.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 5. Model answer in the day file.</a:t>
            </a:r>
          </a:p>
          <a:p/>
          <a:p>
            <a:r>
              <a:t>Poster: T-P07</a:t>
            </a:r>
          </a:p>
          <a:p>
            <a:r>
              <a:t>Clip T-ANI-10: public/course-animations/reading-landscape/flow-a-frame.mp4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T-D3-S1 steps 6–8. Safety rules; count a crate in and out; journal rule.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T-D3-S2. Co-trainer teaches. Observer ticks each person every 5 minutes their hands are in the task.</a:t>
            </a:r>
          </a:p>
          <a:p/>
          <a:p>
            <a:r>
              <a:t>Poster: F-P10</a:t>
            </a:r>
          </a:p>
          <a:p>
            <a:r>
              <a:t>Clip T-ANI-17: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2. Demo 3 minutes max, then hands behind your back. Read the settled Day 0 jar.</a:t>
            </a:r>
          </a:p>
          <a:p/>
          <a:p>
            <a:r>
              <a:t>Poster: F-P10</a:t>
            </a:r>
          </a:p>
          <a:p>
            <a:r>
              <a:t>Clip T-ANI-19: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 4. Compost vs no compost. This is how farmer field schools learn.</a:t>
            </a:r>
          </a:p>
          <a:p/>
          <a:p>
            <a:r>
              <a:t>Poster: T-P21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T-D3-S2 steps 6–8. Then soil and compost questions from the content notes.</a:t>
            </a:r>
          </a:p>
          <a:p/>
          <a:p>
            <a:r>
              <a:t>Poster: T-P07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1. Energiser first. Show this slide on the projector with curtains open; trainees</a:t>
            </a:r>
          </a:p>
          <a:p>
            <a:r>
              <a:t>at the back wall.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Ask first; let them answer.</a:t>
            </a:r>
          </a:p>
          <a:p/>
          <a:p>
            <a:r>
              <a:t>Poster: T-P13</a:t>
            </a:r>
          </a:p>
          <a:p>
            <a:r>
              <a:t>Clip T-ANI-18: public/course-animations/soil-health/watch-10-compost-heap.mp4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2. Presenter view; carry the deck three ways (laptop, flash drive, PDF on phone).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 3. 8 minutes each. Flip-book: show, ask, then turn. No devices? All flip-books.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T-D3-S3 steps 4–5. Then pair studio: finish plans, handovers, signal and posters.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T-D3-S4. Stream A with the lead, Stream B with the co-trainer. Set up during the previous feedback.</a:t>
            </a:r>
          </a:p>
          <a:p/>
          <a:p>
            <a:r>
              <a:t>Poster: T-P14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T-D3-S4 step 1. Trainer gives one star only. Never interrupt a teach unless there is a safety risk.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T-D3-SC. Groups write a kit list for one Course 1 practical. Round 4 (choose your mode) and Round 5</a:t>
            </a:r>
          </a:p>
          <a:p>
            <a:r>
              <a:t>pool C cards handed out now.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T-D3-01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Hands on, every time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3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T-D3-02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2022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One person digging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Twenty-five watching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Kit for four groups in the car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T-ANI-02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From one demo to five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view of a practical site. 0–4 s: one facilitator digging, 25 small figures standing around her in a crowd, still. 4–8 s: the crowd splits into five groups of five that walk to five stations 3 m apart, each with its own small pile of tools. 8–12 s: every figure is moving — digging, carrying, mixing; the facilitator walks between stations with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T-D3-03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Hands on, not a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Kit per group · Demo 3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Groups of 5 · Stations apart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Hands behind your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T-P07 · A practical, not a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T-D3-04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Rescue the practical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card per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Plan the rescue, 12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2 minutes to present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T-P07 · A practical, not a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panels. Small top-left panel (one third width), drawn in faded greys: one facilitator digging while a crowd of about twenty stands watching, arms folded; a thick Ochre diagonal bar crosses the panel (a "no" sign made of a shape, not a letter). Large main panel: four groups of five at four stations spaced apart on open ground, every person working —…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T-D3-05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One kit? Carousel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One A-frame, 25 learners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Five stations, 8 minutes each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Nobody watches over 10 minutes</a:t>
            </a:r>
          </a:p>
        </p:txBody>
      </p:sp>
      <p:pic>
        <p:nvPicPr>
          <p:cNvPr id="9" name="Picture 8" descr="flow-a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T-ANI-10 · play from the tablet: flow-a-frame.mp4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T-D3-06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Spot the hazard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Find 8 hazards in 4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Tools points down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First aid kit open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Spot the hazard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busy practical site with eight hazards for learners to find: a spade lying point-up on a path; a garden fork leaning at head height; an open spray bottle next to a plate of food; a hosepipe across a walkway; a group working in full midday sun with no hats; a first aid box inside a closed car; someone swinging a pick with a person standing just behind;…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T-D3-07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Model practical: living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You are farmers now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Recorders: practical-check card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108835"/>
            <a:ext cx="4206240" cy="23660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98079" y="5257800"/>
            <a:ext cx="420624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19" y="5266944"/>
            <a:ext cx="402336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T-ANI-17 · play from the tablet: watch-05-living-soil.mp4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T-D3-08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Four soil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Squeeze · Jar · Worms · Infiltration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Every person does each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27 minutes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T-ANI-19 · play from the tablet: tour-soil-observation.mp4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T-D3-09   ·   Poster T-P21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Test it side by side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Two pots, one change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Sow, label, water the same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Predict, then look on Day 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T-P21-ART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T-P21 · Test it side by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small plots side by side, divided by a string line. Left plot: bare soil, small pale plants. Right plot: mulched soil with compost, taller dark-green plants. A group of five farmers crouches between them: one measures a plant against a marked stick, one draws on a clipboard, one holds a handful of soil from each side, two discuss, pointing. Along the…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T-D3-10   ·   Poster T-P07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Who had fewer than 4 ticks?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kept every hand busy?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T-D3-11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Mode 2: slides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Can you read it from the back?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When slides help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Things that move or grow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Pests out of season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Big group in a dark room</a:t>
            </a:r>
          </a:p>
        </p:txBody>
      </p:sp>
      <p:pic>
        <p:nvPicPr>
          <p:cNvPr id="7" name="Picture 6" descr="watch-10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T-ANI-18 · play from the tablet: watch-10-compost-heap.mp4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Set up to be seen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Test from the back, in daylight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TV beats projector; press 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Tablet per group of 5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tablet for a group of five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Three stations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A: big screen, 2 slides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B: tablet clip, teach it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C: paper flip-book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paper flip-book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group of five seated round a small table outdoors. One person holds a ring-bound A4 book of big pictures (a slide printed on each page — simple garden drawings, no text), turning a page toward the group; another points at the picture. No devices anywhere.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T-D3-15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Hand over, don't take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Plan who leads each step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Say the handover out loud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Touch your ear to offer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T-P14 · Hand over, don't take 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In front of a seated group, one facilitator hands a seedling tray to a second facilitator, like passing a relay baton; both smile. Behind them, a third small scene of the same second facilitator quietly carrying a crate of materials and making marks on a clipboard while the first one teaches. In a small inset, a facilitator touches her ear with one…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T-D3-16   ·   Poster T-P14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Micro-teaching Round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15 minutes, pairs, half-class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A practical in two groups of 4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7 minutes feedback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Two facilitators, one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In front of a seated group, a young woman facilitator hands a seedling tray to a young man facilitator, both smiling, like passing a relay baton. Behind them a crate of tools and a clipboard with tally marks on a chair. Learners watch, one already reaching toward the tray.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Feedback for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Partners star each other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Observer 1: talk and questions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Observer 2: hands and handovers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T-D3-18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Course craft: the 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Count per group, plus one spare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Kit in, kit out, every 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Certificates: registered + 10%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T-P16 · Ready by Day 0 — the course 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flat-lay seen from above on a green tarp: four crates, each with a different plant symbol drawn on it (bean, pumpkin, maize cob, marula fruit), holding spades, string, jars and tins; a poster tube; an open flip folder with forms (lines, not letters); a first aid kit with a cross symbol, open; a clipboard with a register grid; a stack of blank…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