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T-D5-S0. Look at the side-by-side pots; if nothing is up yet, gently dig one seed per pot.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1. Eat the rainbow — many colours, and beans or eggs most days.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2. Answer: R105 in the tin; in R115, out R60. Records in the app: Records (/records),</a:t>
            </a:r>
          </a:p>
          <a:p>
            <a:r>
              <a:t>tabs Picked · Sold · Spent.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steps 3–5. Never promise income: "save money on food", "sell surplus".</a:t>
            </a:r>
          </a:p>
          <a:p/>
          <a:p>
            <a:r>
              <a:t>Poster: F-P20</a:t>
            </a:r>
          </a:p>
          <a:p>
            <a:r>
              <a:t>Clip T-ANI-23: public/course-media/teach-the-teachers/T-ANI-23.mp4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T-D5-S2. Streams: A = Bean + Maize (lead), B = Pumpkin + Marula (co-trainer).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1–2. Brief two "farmers" per slot to ask one real question each.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3–5. Trainer readiness note is private. Final talk % on the scoreboard.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1. Run 4 of the 8 questions from forms.md §5. Nobody needs to read.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steps 2–4. Tick the skills checklist while they work. It's a record, not a qualification.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5. [APP] Mentor → Training and Mentor → Learning hold the same records.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1. Read the scoreboard together. Applause.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2. Ask what drains them and what they'll do about it.</a:t>
            </a:r>
          </a:p>
          <a:p/>
          <a:p>
            <a:r>
              <a:t>Poster: T-P18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steps 3–4. 2-minute private readiness talks while trainees write. Then pairs share.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 1. Six questions in the day file. Then the partner circle: one star each.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steps 3–4. Read each name clearly; photos only without a green dot. It is not an</a:t>
            </a:r>
          </a:p>
          <a:p>
            <a:r>
              <a:t>accredited qualification. One word, the song, register PM, posters down together.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T-D5-01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Usuku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Silungele ukufundisa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Usuku 5 kwezi-5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T-P21 · Test it side by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T-D5-02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Gcwalisa ipuleti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Gcwalisa ipuleti lengane losuku lonke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Yini engekho?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Beans in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Ubhontshisi namathini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Ubhontshisi owodwa = R5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Hambisani ubhontshisi esenzakalweni ngasinye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Kudwebeni encwadini yemali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Beans in tins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Izinombolo ngaphandle kokufunda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Ubhontshisi, amathini, amakhadi ezithombe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Isenzakalo esisodwa ngesikhathi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Amaqembu ayahlolana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T-ANI-23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farm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hand makes tally marks in two columns of a simple exercise book beside a basket of harvested greens and a hanging scale; bunches move from the basket into three piles (eat, share, sell) as marks appear. Marks are simple strokes, never readable writing. (Replaces the withdrawn clip `market-community/watch-04-farm-record.mp4`.)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T-D5-05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Ukuzilolonga kokugcina ukufundisa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Imizuzu 30, ngababili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Isifundo sangempela se-Course 1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T-D5-06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Thina singabalimi benu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Iphosta yenu eniyenze ngezandla ilengisiwe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Umsebenzi wezandla ngamaqembu amabili aba-4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Lindelani imibuzo yangempela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Impendulo: imizuzu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Abangane banikana izinkanyezi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Ababukeli: izinombolo nezinkanyezi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Umqeqeshi: izinkanyezi ezimbili nesifiso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T-D5-08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Ingabe bakufundile?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Buka · Imibuzo ngezithombe · Buza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T-D5-09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Imibuzo ngezithombe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Hambani niye ekhoneni A, B noma C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Balani amakhanda, hhayi amagama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T-D5-10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Izindlela ezintathu zokuhlola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Babuke bekwenza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Imibuzo ngezithombe, Usuku 1 noSuku 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Babuze: iminwe nama-sticker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T-D5-11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I-flip folder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Amafomu ayisishiyagalombili, ngokulandelana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Ifomu ngalinye lisetshenziswa nini?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T-P16-ART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T-P16 · Ready by Day 0 — the course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Bhekani ukuthi nifike kude kangakanani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I-% yokukhuluma: Round 2 kuya ku-Round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T-D5-13   ·   Poster T-P18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Gcina uthisha eqinile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Izifundo ezintathu, bese uphumula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Usuku 0 njalo, londoloza izwi lakho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Umngane wakusihlwa, lalela bese udlulisela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T-P18 · Keep the teacher strong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facilitator stands at the centre, relaxed, with six small scenes around her in a ring: (1) three small hall shapes followed by a house with a garden (three courses, then home); (2) a facilitator alone setting out chairs in an empty hall (Day 0); (3) a facilitator drinking from a water bottle, one hand raised as a quiet signal; (4) a facilitator sitting…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T-D5-14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Uhlelo lwami lokufundisa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Isifundo sami sokuqala, izikhathi zami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Amandla amabili, into eyodwa yokukhula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Ngizobukwa futhi phakathi kwamaviki angu-8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T-D5-15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Ukuhlola kwenu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Iminwe 1 kuya ku-5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Ama-sticker amabili ohlwini ngalunye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T-D5-16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Kuhle kakhulu, bothisha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Isitifiketi sokuba khona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Abalimi benu bokuqala bayanilinda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certificate handshake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Inside a hall decorated with posters, an older male trainer shakes hands with a young woman trainee while handing her a certificate (a sheet with a border and a seal shape, no readable text). Colleagues around them clap. Warm, proud mood.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