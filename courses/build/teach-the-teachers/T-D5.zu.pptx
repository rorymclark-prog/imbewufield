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T-D5-S0. Look at the side-by-side pots; if nothing is up yet, gently dig one seed per pot.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1. Eat the rainbow — many colours, and beans or eggs most days.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2. Answer: R105 in the tin; in R115, out R60. Records in the app: Records (/records),</a:t>
            </a:r>
          </a:p>
          <a:p>
            <a:r>
              <a:t>tabs Picked · Sold · Spent.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steps 3–5. Never promise income: "save money on food", "sell surplus".</a:t>
            </a:r>
          </a:p>
          <a:p/>
          <a:p>
            <a:r>
              <a:t>Poster: F-P20</a:t>
            </a:r>
          </a:p>
          <a:p>
            <a:r>
              <a:t>Clip T-ANI-23: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T-D5-S2. Streams: A = Bean + Maize (lead), B = Pumpkin + Marula (co-trainer).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1–2. Brief two "farmers" per slot to ask one real question each.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3–5. Trainer readiness note is private. Final talk % on the scoreboard.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1. Run 4 of the 8 questions from forms.md §5. Nobody needs to read.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steps 2–4. Tick the skills checklist while they work. It's a record, not a qualification.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5. [APP] Mentor → Training and Mentor → Learning hold the same records.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1. Read the scoreboard together. Applause.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2. Ask what drains them and what they'll do about it.</a:t>
            </a:r>
          </a:p>
          <a:p/>
          <a:p>
            <a:r>
              <a:t>Poster: T-P18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steps 3–4. 2-minute private readiness talks while trainees write. Then pairs share.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 1. Six questions in the day file. Then the partner circle: one star each.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steps 3–4. Read each name clearly; photos only without a green dot. It is not an</a:t>
            </a:r>
          </a:p>
          <a:p>
            <a:r>
              <a:t>accredited qualification. One word, the song, register PM, posters down together.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T-D5-01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Ready to teach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5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T-D5-02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Fill the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Fill a child's plate for a 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What's missing?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Beans and tins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bean = R5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Move beans for each event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Draw it in the money 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Numbers without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Beans, tins, picture cards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event at a time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Groups check each other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T-ANI-23 · play from the tablet: watch-04-farm-record.mp4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T-D5-05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Final teaching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30 minutes, pairs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 real Course 1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T-D5-06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We are your farmers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Your hand-made poster 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Expect real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Feedback: 10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Observers: numbers and stars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Trainer: two stars and a wish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T-D5-08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Did they learn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Watch · Quiz ·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T-D5-09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Walk to corner A, B or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Count heads, not names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T-D5-10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Three ways to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Watch them do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Picture quiz, Day 1 and Day 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Ask them: fingers and stickers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T-D5-11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flip folder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Eight forms, in order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When is each one used?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Look how far you came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Talk %: Round 2 to Round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T-D5-13   ·   Poster T-P18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Keep the teacher strong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Three courses, then rest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Day 0 always, save your voice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Evening buddy, listen then refer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T-P18 · Keep the teacher 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facilitator stands at the centre, relaxed, with six small scenes around her in a ring: (1) three small hall shapes followed by a house with a garden (three courses, then home); (2) a facilitator alone setting out chairs in an empty hall (Day 0); (3) a facilitator drinking from a water bottle, one hand raised as a quiet signal; (4) a facilitator sitting…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T-D5-14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My teaching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My first course, my sessions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strengths, one growth area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Observed again within 8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T-D5-15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Your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stickers on each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T-D5-16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Well done, teachers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Certificate of attendance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Your first farmers are waiting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