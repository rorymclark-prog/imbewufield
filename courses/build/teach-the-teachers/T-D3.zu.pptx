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T-D3-S0. Register by a trainee; energiser; "you said, we did"; each trainee names one way to lower</a:t>
            </a:r>
          </a:p>
          <a:p>
            <a:r>
              <a:t>their talk % today.</a:t>
            </a:r>
          </a:p>
          <a:p/>
          <a:p>
            <a:r>
              <a:t>Poster: T-P04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1. Three minutes max. Then groups: why does it happen? Sort into can fix / can't fix.</a:t>
            </a:r>
          </a:p>
          <a:p/>
          <a:p>
            <a:r>
              <a:t>Poster: T-P07</a:t>
            </a:r>
          </a:p>
          <a:p>
            <a:r>
              <a:t>Clip T-ANI-02: public/course-media/teach-the-teachers/T-ANI-02.mp4</a:t>
            </a:r>
          </a:p>
          <a:p>
            <a:r>
              <a:t>Picture T-ANI-02 (coming) — From one demo to five groups: Top view of a practical site. 0–4 s: one facilitator digging, 25 small figures standing around her in a crowd, still. 4–8 s: the crowd splits into five groups of five that walk to five stations 3 m apart, each with its own small pile of tools. 8–12 s: every figure is moving — digging, carrying, mixing; the facilitator walks between stations with hands behind her back. Loop by fading back. Poster frame: the final busy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3. Six moves. "If you take the spade, the practical is over."</a:t>
            </a:r>
          </a:p>
          <a:p/>
          <a:p>
            <a:r>
              <a:t>Poster: T-P07</a:t>
            </a:r>
          </a:p>
          <a:p>
            <a:r>
              <a:t>Picture T-P07-ART (coming) — Artwork for T-P07 · A practical, not a demo: Two panels. Small top-left panel (one third width), drawn in faded greys: one facilitator digging while a crowd of about twenty stands watching, arms folded; a thick Ochre diagonal bar crosses the panel (a "no" sign made of a shape, not a letter). Large main panel: four groups of five at four stations spaced apart on open ground, every person working — digging, carrying, mixing, measuring; each station has its own small pile of tools and a crate. The facilitator walks between stations with her hands clasped behind her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4. Cards: one spade; rain; a learner takes over; elders won't get hands dirty.</a:t>
            </a:r>
          </a:p>
          <a:p/>
          <a:p>
            <a:r>
              <a:t>Poster: T-P07</a:t>
            </a:r>
          </a:p>
          <a:p>
            <a:r>
              <a:t>Picture T-P07-ART (coming) — Artwork for T-P07 · A practical, not a demo: Two panels. Small top-left panel (one third width), drawn in faded greys: one facilitator digging while a crowd of about twenty stands watching, arms folded; a thick Ochre diagonal bar crosses the panel (a "no" sign made of a shape, not a letter). Large main panel: four groups of five at four stations spaced apart on open ground, every person working — digging, carrying, mixing, measuring; each station has its own small pile of tools and a crate. The facilitator walks between stations with her hands clasped behind her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 5. Model answer in the day file.</a:t>
            </a:r>
          </a:p>
          <a:p/>
          <a:p>
            <a:r>
              <a:t>Poster: T-P07</a:t>
            </a:r>
          </a:p>
          <a:p>
            <a:r>
              <a:t>Clip T-ANI-10: public/course-animations/reading-landscape/flow-a-frame.mp4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T-D3-S1 steps 6–8. Safety rules; count a crate in and out; journal rule.</a:t>
            </a:r>
          </a:p>
          <a:p/>
          <a:p>
            <a:r>
              <a:t>Poster: T-P16</a:t>
            </a:r>
          </a:p>
          <a:p>
            <a:r>
              <a:t>Picture T-IMG-16 (coming) — Spot the hazard: A busy practical site with eight hazards for learners to find: a spade lying point-up on a path; a garden fork leaning at head height; an open spray bottle next to a plate of food; a hosepipe across a walkway; a group working in full midday sun with no hats; a first aid box inside a closed car; someone swinging a pick with a person standing just behind; no water container anywhere. Everything else looks normal and friendly — no injuries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T-D3-S2. Co-trainer teaches. Observer ticks each person every 5 minutes their hands are in the task.</a:t>
            </a:r>
          </a:p>
          <a:p/>
          <a:p>
            <a:r>
              <a:t>Poster: F-P10</a:t>
            </a:r>
          </a:p>
          <a:p>
            <a:r>
              <a:t>Clip T-ANI-17: public/course-media/teach-the-teachers/T-ANI-17.mp4</a:t>
            </a:r>
          </a:p>
          <a:p>
            <a:r>
              <a:t>Picture T-ANI-17 (coming) — Living soil: Cut-away of dark garden soil under mulch, magnified: earthworms tunnel, fungus threads link roots, tiny specks of life move, crumbs hold air and water droplets; a fallen leaf above is slowly broken down and pulled into the soil. (Replaces the withdrawn clip `soil-health/watch-05-living-soil.mp4`.)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 2. Demo 3 minutes max, then hands behind your back. Read the settled Day 0 jar.</a:t>
            </a:r>
          </a:p>
          <a:p/>
          <a:p>
            <a:r>
              <a:t>Poster: F-P10</a:t>
            </a:r>
          </a:p>
          <a:p>
            <a:r>
              <a:t>Clip T-ANI-19: public/course-media/teach-the-teachers/T-ANI-19.mp4</a:t>
            </a:r>
          </a:p>
          <a:p>
            <a:r>
              <a:t>Picture T-ANI-19 (coming) — Soil observation: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 4. Compost vs no compost. This is how farmer field schools learn.</a:t>
            </a:r>
          </a:p>
          <a:p/>
          <a:p>
            <a:r>
              <a:t>Poster: T-P21</a:t>
            </a:r>
          </a:p>
          <a:p>
            <a:r>
              <a:t>Picture T-P21-ART (coming) — Artwork for T-P21 · Test it side by side: Two small plots side by side, divided by a string line. Left plot: bare soil, small pale plants. Right plot: mulched soil with compost, taller dark-green plants. A group of five farmers crouches between them: one measures a plant against a marked stick, one draws on a clipboard, one holds a handful of soil from each side, two discuss, pointing. Along the bottom, three small panels show the same two plots getting further apart in growth over time (week 1, 4, 8 — shown only by plant size,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T-D3-S2 steps 6–8. Then soil and compost questions from the content notes.</a:t>
            </a:r>
          </a:p>
          <a:p/>
          <a:p>
            <a:r>
              <a:t>Poster: T-P07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1. Energiser first. Show this slide on the projector with curtains open; trainees</a:t>
            </a:r>
          </a:p>
          <a:p>
            <a:r>
              <a:t>at the back wall.</a:t>
            </a:r>
          </a:p>
          <a:p/>
          <a:p>
            <a:r>
              <a:t>Poster: T-P13</a:t>
            </a:r>
          </a:p>
          <a:p>
            <a:r>
              <a:t>Picture T-IMG-03 (coming) — Projector in daylight: Split image. Left: a bright church hall with open windows; a projector on a table throws a pale, washed-out rectangle onto a white wall — nothing on it can be seen; learners at the back squint and shade their eyes. Right: the same group in a shaded corner of the hall, gathered close around a large TV on a table; the TV shows a clear picture of a green plant; learners lean in, engaged. A thin Hairline divider between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2. Ask first; let them answer.</a:t>
            </a:r>
          </a:p>
          <a:p/>
          <a:p>
            <a:r>
              <a:t>Poster: T-P13</a:t>
            </a:r>
          </a:p>
          <a:p>
            <a:r>
              <a:t>Clip T-ANI-18: public/course-animations/soil-health/flow-build-compost-heap.mp4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2. Presenter view; carry the deck three ways (laptop, flash drive, PDF on phone).</a:t>
            </a:r>
          </a:p>
          <a:p/>
          <a:p>
            <a:r>
              <a:t>Poster: T-P13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 3. 8 minutes each. Flip-book: show, ask, then turn. No devices? All flip-books.</a:t>
            </a:r>
          </a:p>
          <a:p/>
          <a:p>
            <a:r>
              <a:t>Poster: T-P13</a:t>
            </a:r>
          </a:p>
          <a:p>
            <a:r>
              <a:t>Picture T-IMG-14 (coming) — The paper flip-book: A group of five seated round a small table outdoors. One person holds a ring-bound A4 book of big pictures (a slide printed on each page — simple garden drawings, no text), turning a page toward the group; another points at the picture. No devices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T-D3-S3 steps 4–5. Then pair studio: finish plans, handovers, signal and posters.</a:t>
            </a:r>
          </a:p>
          <a:p/>
          <a:p>
            <a:r>
              <a:t>Poster: T-P14</a:t>
            </a:r>
          </a:p>
          <a:p>
            <a:r>
              <a:t>Picture T-P14-ART (coming) — Artwork for T-P14 · Hand over, don't take over: In front of a seated group, one facilitator hands a seedling tray to a second facilitator, like passing a relay baton; both smile. Behind them, a third small scene of the same second facilitator quietly carrying a crate of materials and making marks on a clipboard while the first one teaches. In a small inset, a facilitator touches her ear with one finger (the signal) and her partner nods.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T-D3-S4. Stream A with the lead, Stream B with the co-trainer. Set up during the previous feedback.</a:t>
            </a:r>
          </a:p>
          <a:p/>
          <a:p>
            <a:r>
              <a:t>Poster: T-P14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T-D3-S4 step 1. Trainer gives one star only. Never interrupt a teach unless there is a safety risk.</a:t>
            </a:r>
          </a:p>
          <a:p/>
          <a:p>
            <a:r>
              <a:t>Poster: T-P10</a:t>
            </a:r>
          </a:p>
          <a:p>
            <a:r>
              <a:t>Picture T-P10-ART (coming) — Artwork for T-P10 · Two stars and a wish: A small group of four seated in a circle after a lesson. A young woman (the teacher) speaks first, hand open. Opposite her, an older man with a clipboard (the observer) speaks kindly; above him float two big Ochre star shapes and one Leaf-green sprouting seedling shape. The teacher, now with hand on heart, listens and nods. A third person smiles and holds up one finger (another star).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T-D3-SC. Groups write a kit list for one Course 1 practical. Round 4 (choose your mode) and Round 5</a:t>
            </a:r>
          </a:p>
          <a:p>
            <a:r>
              <a:t>pool C cards handed out now.</a:t>
            </a:r>
          </a:p>
          <a:p/>
          <a:p>
            <a:r>
              <a:t>Poster: T-P16</a:t>
            </a:r>
          </a:p>
          <a:p>
            <a:r>
              <a:t>Picture T-P16-ART (coming) — Artwork for T-P16 · Ready by Day 0 — the course kit: A flat-lay seen from above on a green tarp: four crates, each with a different plant symbol drawn on it (bean, pumpkin, maize cob, marula fruit), holding spades, string, jars and tins; a poster tube; an open flip folder with forms (lines, not letters); a first aid kit with a cross symbol, open; a clipboard with a register grid; a stack of blank certificates; two 20 ℓ drums; a phone, a tablet and a power bank; a small A-frame. At the top edge, a facilitator at a hall doorway ticks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Usuku 3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Izandla emsebenzini, njalo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Usuku 3 kwezi-5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Indaba ka-2022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Umuntu oyedwa uyamba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Abangu-25 bayabuka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I-kit yamaqembu amane isemotweni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From one demo to five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IVIDIYO · T-ANI-02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C1C1C"/>
                </a:solidFill>
                <a:latin typeface="Segoe Print"/>
              </a:rPr>
              <a:t>Izandla emsebenzini, hhayi i-demo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48590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57734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I-kit eqenjini ngalinye · I-demo imizuzu 3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Amaqembu abantu 5 · Iziteshi zihlukene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Izandla zakho ngemuva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760220"/>
            <a:ext cx="5608320" cy="41833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3220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3220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9763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T-P07 · A practical, not a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T-P07-ART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Sindisani umsebenzi wezandla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Ikhadi elilodwa eqenjini ngalinye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Hlelani ukusindisa, imizuzu 12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2 yokwethula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T-P07 · A practical, not a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T-P07-ART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I-kit eyodwa? Jikelezani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I-A-frame eyodwa, abafundi abangu-25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Iziteshi ezinhlanu, imizuzu 8 ngasinye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Akekho obuka ngaphezu kwemizuzu 10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81834"/>
            <a:ext cx="5242560" cy="29489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Thola ingozi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Tholani izingozi ezi-8 ngemizuzu 4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Amathuluzi akhombe phansi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Ikhithi yosizo lokuqala ivuliwe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Spot the hazard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F-P10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F2EFE6"/>
                </a:solidFill>
                <a:latin typeface="Segoe Print"/>
              </a:rPr>
              <a:t>Umsebenzi wezandla oyisibonelo: inhlabathi ephilayo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Manje ningabalimi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Ababhali: ikhadi lokuhlola umsebenzi wezandla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Living soil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IVIDIYO · T-ANI-17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Izivivinyo ezine zenhlabathi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Cindezela · Imbiza · Imisundu · Ukungena kwamanzi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Wonke umuntu wenza ngasinye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27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Soil observation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IVIDIYO · T-ANI-19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Hlolani eceleni ngeceleni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Amabhodwe amabili, ushintsho olulodwa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Hlwanyelani, nibhale, ninisele ngokufanayo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Qagelani, bese nibheka ngoSuku 5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T-P21 · Test it side by 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T-P21-ART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Phumani: sihlaziye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Ubani othole ama-tick angaphansi kuka-4?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Yini egcine zonke izandla zimatasa?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T-D3-11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Indlela 2: ama-slide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Ungakufunda usemuva?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Projector in daylight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Lapho ama-slide esiza khona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Izinto ezihambayo noma ezikhulayo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Izinambuzane ezingekho ngalesi sikhathi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Iqembu elikhulu egumbini elimnyama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low-build-compost-he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11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flow-build-compost-heap.mp4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Hlela ukuze kubonakale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Hlola usemuva, emini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I-TV ingcono kune-projector; cindezela B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Ithebhulethi eqenjini ngalinye labantu 5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Iziteshi ezintathu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A: isikrini esikhulu, ama-slide 2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B: ividiyo kuthebhulethi, yifundiseni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C: incwajana yezithombe yephepha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paper flip-book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Dlulisela, ungathathi izintambo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Hlelani ozohola isinyathelo ngasinye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Dlulisela ngezwi elizwakalayo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Thinta indlebe yakho ukuze unikele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T-P14 · Hand over, don't take 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T-P14-ART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Ukufundisa okuncane: Round 3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15, ngababili, ingxenye yekilasi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Umsebenzi wezandla ngamaqembu amabili aba-4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7 yempendulo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Impendulo yababili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Abangane banikana izinkanyezi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Umbukeli 1: ukukhuluma nemibuzo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Umbukeli 2: izandla nokudlulisela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T-P10 · Two stars and a wish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T-P10-ART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T-D3-18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Ubuciko besifundo: i-kit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Bala ngeqembu, kanye nesisodwa esengeziwe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I-kit ingena, i-kit iphuma, nsuku zonke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Izitifiketi: ababhalisile + 10%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T-P16 · Ready by Day 0 — the course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T-P16-ART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