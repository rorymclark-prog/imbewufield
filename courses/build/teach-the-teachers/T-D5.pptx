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T-D5-S0. Look at the side-by-side pots; if nothing is up yet, gently dig one seed per pot.</a:t>
            </a:r>
          </a:p>
          <a:p/>
          <a:p>
            <a:r>
              <a:t>Poster: T-P21</a:t>
            </a:r>
          </a:p>
          <a:p>
            <a:r>
              <a:t>Picture T-P21-ART (coming) — Artwork for T-P21 · Test it side by side: Two small plots side by side, divided by a string line. Left plot: bare soil, small pale plants. Right plot: mulched soil with compost, taller dark-green plants. A group of five farmers crouches between them: one measures a plant against a marked stick, one draws on a clipboard, one holds a handful of soil from each side, two discuss, pointing. Along the bottom, three small panels show the same two plots getting further apart in growth over time (week 1, 4, 8 — shown only by plant size,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 1. Eat the rainbow — many colours, and beans or eggs most days.</a:t>
            </a:r>
          </a:p>
          <a:p/>
          <a:p>
            <a:r>
              <a:t>Poster: F-P19</a:t>
            </a:r>
          </a:p>
          <a:p>
            <a:r>
              <a:t>Picture T-IMG-12 (coming) — Beans in tins: On a wooden table: two tins, one with a drawn arrow pointing in, one with an arrow pointing out (arrows as shapes, no letters); a pile of dried beans; a ruled sheet with small pictures heading each column (a calendar page, a coin going in, a coin going out, a spinach bunch); a plate with vegetables of many colours (orange butternut, dark green leaves, red tomato, beans). Hands of three people moving beans.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 2. Answer: R105 in the tin; in R115, out R60. Records in the app: Records (/records),</a:t>
            </a:r>
          </a:p>
          <a:p>
            <a:r>
              <a:t>tabs Picked · Sold · Spent.</a:t>
            </a:r>
          </a:p>
          <a:p/>
          <a:p>
            <a:r>
              <a:t>Poster: F-P20</a:t>
            </a:r>
          </a:p>
          <a:p>
            <a:r>
              <a:t>Picture T-IMG-12 (coming) — Beans in tins: On a wooden table: two tins, one with a drawn arrow pointing in, one with an arrow pointing out (arrows as shapes, no letters); a pile of dried beans; a ruled sheet with small pictures heading each column (a calendar page, a coin going in, a coin going out, a spinach bunch); a plate with vegetables of many colours (orange butternut, dark green leaves, red tomato, beans). Hands of three people moving beans.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T-D5-S1 steps 3–5. Never promise income: "save money on food", "sell surplus".</a:t>
            </a:r>
          </a:p>
          <a:p/>
          <a:p>
            <a:r>
              <a:t>Poster: F-P20</a:t>
            </a:r>
          </a:p>
          <a:p>
            <a:r>
              <a:t>Clip T-ANI-23: public/course-media/teach-the-teachers/T-ANI-23.mp4</a:t>
            </a:r>
          </a:p>
          <a:p>
            <a:r>
              <a:t>Picture T-ANI-23 (coming) — The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T-D5-S2. Streams: A = Bean + Maize (lead), B = Pumpkin + Marula (co-trainer).</a:t>
            </a:r>
          </a:p>
          <a:p/>
          <a:p>
            <a:r>
              <a:t>Poster: T-P03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 steps 1–2. Brief two "farmers" per slot to ask one real question each.</a:t>
            </a:r>
          </a:p>
          <a:p/>
          <a:p>
            <a:r>
              <a:t>Poster: T-P07</a:t>
            </a:r>
          </a:p>
          <a:p>
            <a:r>
              <a:t>Picture T-IMG-05 (coming) — A micro-teach in a small circle: Five adults in a small circle of chairs in the corner of a hall. One young man (teaching) holds up a cut-open 2 ℓ bottle of soil while three peers lean forward, one pouring water. A fourth person, an older woman, sits slightly back with a clipboard, making tally marks (simple strokes). A second person holds up a small red card (the STOP card, no text). A hand-made poster is stuck to the wall behind them with Prestik.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T-D5-S2 steps 3–5. Trainer readiness note is private. Final talk % on the scoreboard.</a:t>
            </a:r>
          </a:p>
          <a:p/>
          <a:p>
            <a:r>
              <a:t>Poster: T-P10</a:t>
            </a:r>
          </a:p>
          <a:p>
            <a:r>
              <a:t>Picture T-P10-ART (coming) — Artwork for T-P10 · Two stars and a wish: A small group of four seated in a circle after a lesson. A young woman (the teacher) speaks first, hand open. Opposite her, an older man with a clipboard (the observer) speaks kindly; above him float two big Ochre star shapes and one Leaf-green sprouting seedling shape. The teacher, now with hand on heart, listens and nods. A third person smiles and holds up one finger (another star).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 1. Run 4 of the 8 questions from forms.md §5. Nobody needs to read.</a:t>
            </a:r>
          </a:p>
          <a:p/>
          <a:p>
            <a:r>
              <a:t>Poster: T-P15</a:t>
            </a:r>
          </a:p>
          <a:p>
            <a:r>
              <a:t>Picture F-IMG-70 (coming) — Picture quiz card 1: Question (said aloud, not printed in the art): 'Where is the sun at midday in winter?' Art: three panels A/B/C: sun to the north of a house (shadow south) · sun to the south · sun straight overhead. Three equal panels with a large A, B and C typeset below each panel in the layout (not in the 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steps 2–4. Tick the skills checklist while they work. It's a record, not a qualification.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T-D5-S3 step 5. [APP] Mentor → Training and Mentor → Learning hold the same records.</a:t>
            </a:r>
          </a:p>
          <a:p/>
          <a:p>
            <a:r>
              <a:t>Poster: T-P16</a:t>
            </a:r>
          </a:p>
          <a:p>
            <a:r>
              <a:t>Picture T-P16-ART (coming) — Artwork for T-P16 · Ready by Day 0 — the course kit: A flat-lay seen from above on a green tarp: four crates, each with a different plant symbol drawn on it (bean, pumpkin, maize cob, marula fruit), holding spades, string, jars and tins; a poster tube; an open flip folder with forms (lines, not letters); a first aid kit with a cross symbol, open; a clipboard with a register grid; a stack of blank certificates; two 20 ℓ drums; a phone, a tablet and a power bank; a small A-frame. At the top edge, a facilitator at a hall doorway ticks a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 1. Read the scoreboard together. Applause.</a:t>
            </a:r>
          </a:p>
          <a:p/>
          <a:p>
            <a:r>
              <a:t>Poster: T-P04</a:t>
            </a:r>
          </a:p>
          <a:p>
            <a:r>
              <a:t>Picture T-P04-ART (coming) — Artwork for T-P04 · The teacher-talk meter: Top half: a big half-circle gauge, like a fuel gauge, split into ten equal wedges — three Ochre wedges on the left, seven Leaf-green wedges on the right (the Leaf wedges also carry small dot pattern so it works in black and white). A thick Ink needle points into the third Ochre wedge. Bottom half: a facilitator stands to one side with an open hand gesturing toward a busy group of five who are talking and working; beside the facilitator a co-facilitator makes tally marks on a clipboard (marks drawn as simple strokes).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 2. Ask what drains them and what they'll do about it.</a:t>
            </a:r>
          </a:p>
          <a:p/>
          <a:p>
            <a:r>
              <a:t>Poster: T-P18</a:t>
            </a:r>
          </a:p>
          <a:p>
            <a:r>
              <a:t>Picture T-P18-ART (coming) — Artwork for T-P18 · Keep the teacher strong: A facilitator stands at the centre, relaxed, with six small scenes around her in a ring: (1) three small hall shapes followed by a house with a garden (three courses, then home); (2) a facilitator alone setting out chairs in an empty hall (Day 0); (3) a facilitator drinking from a water bottle, one hand raised as a quiet signal; (4) a facilitator sitting in shade in a wide hat while groups work in the background; (5) two facilitators talking on a bench at sunset; (6) a facilitator gently pointing a learner toward a clinic building (a cross symbol on the building).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T-D5-S4 steps 3–4. 2-minute private readiness talks while trainees write. Then pairs share.</a:t>
            </a:r>
          </a:p>
          <a:p/>
          <a:p>
            <a:r>
              <a:t>Poster: T-P14</a:t>
            </a:r>
          </a:p>
          <a:p>
            <a:r>
              <a:t>Picture T-IMG-11 (coming) — Two facilitators, one lesson: In front of a seated group, a young woman facilitator hands a seedling tray to a young man facilitator, both smiling, like passing a relay baton. Behind them a crate of tools and a clipboard with tally marks on a chair. Learners watch, one already reaching toward the tray.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T-D5-SC step 1. Six questions in the day file. Then the partner circle: one star each.</a:t>
            </a:r>
          </a:p>
          <a:p/>
          <a:p>
            <a:r>
              <a:t>Poster: T-P15</a:t>
            </a:r>
          </a:p>
          <a:p>
            <a:r>
              <a:t>Picture T-P15-ART (coming) — Artwork for T-P15 · Did they learn it?: Three stacked scenes. ① A co-facilitator with a clipboard watches a farmer adjust the string on an A-frame; on the clipboard three simple symbols: a tick, a half circle, a cross. ② A room with three corners, each with a large picture card on the wall (a sun low, a mulched bed, a bare bed); learners walk to the corners. ③ A group holds up fingers (one to five) toward a big sheet covered in round stickers.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T-D5-SC steps 3–4. Read each name clearly; photos only without a green dot. It is not an</a:t>
            </a:r>
          </a:p>
          <a:p>
            <a:r>
              <a:t>accredited qualification. One word, the song, register PM, posters down together.</a:t>
            </a:r>
          </a:p>
          <a:p/>
          <a:p>
            <a:r>
              <a:t>Poster: T-P01</a:t>
            </a:r>
          </a:p>
          <a:p>
            <a:r>
              <a:t>Picture T-IMG-13 (coming) — The certificate handshake: Inside a hall decorated with posters, an older male trainer shakes hands with a young woman trainee while handing her a certificate (a sheet with a border and a seal shape, no readable text). Colleagues around them clap. Warm, proud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Day 5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Ready to teach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Day 5 of 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T-P21 · Test it side by 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T-P21-ART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Fill the plate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Fill a child's plate for a day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What's missing?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Beans in tins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Beans and tins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One bean = R5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Move beans for each event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Draw it in the money book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Beans in tins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Numbers without reading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Beans, tins, picture cards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One event at a time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Groups check each other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farm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CLIP · T-ANI-23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Final teaching practice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30 minutes, pairs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A real Course 1 session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We are your farmers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Your hand-made poster up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Practical in two groups of 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Expect real questions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micro-teach in a small circle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Feedback: 10 minutes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Partners star each other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Observers: numbers and stars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Trainer: two stars and a wish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T-P10 · Two stars and a wish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T-P10-ART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Did they learn it?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Watch · Quiz · Ask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Picture quiz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Walk to corner A, B or C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Count heads, not names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Picture quiz card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F-IMG-70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Three ways to check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Watch them do 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Picture quiz, Day 1 and Day 5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Ask them: fingers and stickers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The flip folder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Eight forms, in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When is each one used?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T-P16 · Ready by Day 0 — the course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T-P16-ART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Look how far you came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Talk %: Round 2 to Round 5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T-P04 · The teacher-talk 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T-P04-ART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Keep the teacher strong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Three courses, then rest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Day 0 always, save your voice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Evening buddy, listen then refer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T-P18 · Keep the teacher 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T-P18-ART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My teaching plan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My first course, my sessions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Two strengths, one growth area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Observed again within 8 weeks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Two facilitators, one lesson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T-D5-15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Your evaluation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Fingers 1 to 5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Two stickers on each list</a:t>
            </a:r>
          </a:p>
        </p:txBody>
      </p:sp>
      <p:sp>
        <p:nvSpPr>
          <p:cNvPr id="18" name="Rectangle 17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T-P15 · Did they learn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T-P15-ART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T-D5-16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Well done, teachers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Certificate of attendance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Your first farmers are waiting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certificate handshake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