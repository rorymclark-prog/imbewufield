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Ready to teach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5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Fill the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Fill a child's plate for a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What's missing?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Beans and tins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bean = R5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Move beans for each event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Draw it in the money 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Numbers without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Beans, tins, picture cards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event at a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Groups check each other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T-ANI-23 · play from the tablet: watch-04-farm-record.mp4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Final teaching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30 minutes, pairs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A real Course 1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 are your farmers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Your hand-made poster 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Expect real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Feedback: 10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Observers: numbers and stars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Trainer: two stars and a wish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Did they learn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Watch · Quiz ·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Count heads, not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Three ways to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Watch them do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Picture quiz, Day 1 and Day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Ask them: fingers and stickers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Eight forms, in order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When is each one used?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Look how far you came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Talk %: Round 2 to 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Keep the teacher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Three courses, then rest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Day 0 always, save your 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Evening buddy, listen then refer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teaching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My first course, my sessions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strengths, one growth area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Observed again within 8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Your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stickers on each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Well done, teachers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Certificate of attendance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Your first farmers are waiting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