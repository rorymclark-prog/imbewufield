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T-D4-S0. A trainee who has not led yet runs the energiser.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1. Tell the story without the slide if you can; show the picture after.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2–3. Groups make and tell a 2-minute story from a pool-A topic.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4. Songs carry messages home for readers and non-readers.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5. Safety first: if anyone is at risk, stop and get help.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6–8. Hand out the help-lines list in the plenary. You're not a counsellor.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 1. Hold up a real leaf; hold the answers until the end.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2–3. Groups start at stations 1, 2, 4, 5. Trainer at station 3 (pest or friend).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4–5. Walk the ladder from the bottom; read marks from two stations.</a:t>
            </a:r>
          </a:p>
          <a:p/>
          <a:p>
            <a:r>
              <a:t>Poster: F-P16</a:t>
            </a:r>
          </a:p>
          <a:p>
            <a:r>
              <a:t>Clip T-ANI-20: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6–7. Then content questions: spacing, seedlings, seed (clip T-ANI-22 for storage).</a:t>
            </a:r>
          </a:p>
          <a:p/>
          <a:p>
            <a:r>
              <a:t>Poster: F-P18</a:t>
            </a:r>
          </a:p>
          <a:p>
            <a:r>
              <a:t>Clip T-ANI-21: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T-D4-S3. Run [APP] or its [PAPER] twin — same time, same outcome.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A. Lessons saved via My Studies → Study offline → Save available lessons to</a:t>
            </a:r>
          </a:p>
          <a:p>
            <a:r>
              <a:t>this phone. [PAPER]: picture-sequence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B. Check green dots before the photo. Delete the test event after.</a:t>
            </a:r>
          </a:p>
          <a:p>
            <a:r>
              <a:t>[PAPER]: forms.md §1 and §7.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C and step 3 rules. A result is a question for the group, not the answer.</a:t>
            </a:r>
          </a:p>
          <a:p>
            <a:r>
              <a:t>[PAPER]: hand lens and picture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T-D4-S4. Each partner uses a mode new to them (Mode tracker). Every teach still has a hands-on moment.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 step 3. Device-fail drill once per stream, never on a nervous trainee's first device lesson.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T-D4-SC. Streams change tomorrow. Bring a hand-made A1 poster, lesson plan, kit list, Teach it card.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T-D4-01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Many ways in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4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T-D4-02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brothers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Which brother would you ask for seed?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T-D4-03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story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Someone like us, a problem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they tried, what happened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question to the room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T-D4-04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Make a song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 tune everyone knows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key message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T-D4-05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Calm in a difficult 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Breathe · Name it kindly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Listen, ask · Offer a way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Follow up privately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T-P22-ART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T-P22 · Calm in a difficult 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Main scene: a facilitator stands relaxed with open palms, shoulders down, facing a learner who is standing and gesturing angrily; other learners seated watch. Small inset lower right: the same facilitator and learner seated together on a bench with cups of tea, talking quietly, the learner calmer. No weapons, no aggression beyond gesture.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T-D4-06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Role plays in threes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Facilitator · Learner · Observer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3 minutes play, 3 minutes talk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Rotate three times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Role play in threes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T-D4-07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Model lesson: gallery walk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Who made these holes?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T-D4-08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 job at every station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6 minutes, then move clockwise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Leave your group's 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T-D4-09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Prevent first, spray 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Healthy soil, mixed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Look often, act early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Spray last</a:t>
            </a:r>
          </a:p>
        </p:txBody>
      </p:sp>
      <p:pic>
        <p:nvPicPr>
          <p:cNvPr id="7" name="Picture 6" descr="Imbewu-Guilds-04-Helpful-ins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T-ANI-20 · play from the tablet: Imbewu-Guilds-04-Helpful-insects.mp4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T-D4-10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made the walk work?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When will you use it?</a:t>
            </a:r>
          </a:p>
        </p:txBody>
      </p:sp>
      <p:pic>
        <p:nvPicPr>
          <p:cNvPr id="7" name="Picture 6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T-ANI-21 · play from the tablet: seed-dry-processing.mp4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T-D4-11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 3: the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Show · Record · Ask and look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Studies, offline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Flight mode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Watch the clip, then do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What can a clip show?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T-IMG-17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Screenshot: My Studies → Study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Capture from the live ImbewuField app on a phone (sample account, no personal data): **My Studies** with the **Study offline** panel open and the button "Save available lessons to this phone" visible. Frame it inside a simple drawn phone outline on Paper background, 16:9. Re-capture whenever the screen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Mentor →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Venue, date, attendance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Signatures and a photo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Feedback, saved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T-IMG-18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Screenshot: Mentor →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Capture from the app (sample mode only — invented sample names, no real people): the **Mentor** workspace, **Training** view showing an attendance list, a signature box and the venue/date fields. Blur or replace any real names. Frame in a phone or tablet outline.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Lima Vision: do we agree?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Photograph the leaf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Read the result together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How could we check?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T-IMG-19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Screenshot: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Capture from the app (sample account): a **Lima Vision** result for a photo of a leafy crop, showing the crop identification and the yield/weigh screen. Photo subject must be a plant, not a person. Frame in a phone outline.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T-D4-15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Micro-teaching Round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20 minutes, pairs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Slides or app — your choice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 device may fail on 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tablet for a group of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T-D4-16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When the device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Switch in 30 seconds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Poster or flip-book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Don't apologise, keep going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T-D4-17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Course craft: report and 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Daily report with register photo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Attendance, not qualification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Tomorrow: Round 5, 30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