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T-D4-S0. A trainee who has not led yet runs the energiser.</a:t>
            </a:r>
          </a:p>
          <a:p/>
          <a:p>
            <a:r>
              <a:t>Poster: T-P11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 1. Tell the story without the slide if you can; show the picture after.</a:t>
            </a:r>
          </a:p>
          <a:p/>
          <a:p>
            <a:r>
              <a:t>Poster: T-P22</a:t>
            </a:r>
          </a:p>
          <a:p>
            <a:r>
              <a:t>Picture T-IMG-10 (coming) — Role play in threes: Three adults standing on a veranda. An older man plays an annoyed learner, arms crossed, frowning (acted, a little comic). A young woman plays the facilitator: relaxed shoulders, open palms, calm face. A third person watches from the side holding a card and smiling. In the background other trios doing the same. Friendly, safe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steps 2–3. Groups make and tell a 2-minute story from a pool-A topic.</a:t>
            </a:r>
          </a:p>
          <a:p/>
          <a:p>
            <a:r>
              <a:t>Poster: T-P17</a:t>
            </a:r>
          </a:p>
          <a:p>
            <a:r>
              <a:t>Picture T-IMG-10 (coming) — Role play in threes: Three adults standing on a veranda. An older man plays an annoyed learner, arms crossed, frowning (acted, a little comic). A young woman plays the facilitator: relaxed shoulders, open palms, calm face. A third person watches from the side holding a card and smiling. In the background other trios doing the same. Friendly, safe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 4. Songs carry messages home for readers and non-readers.</a:t>
            </a:r>
          </a:p>
          <a:p/>
          <a:p>
            <a:r>
              <a:t>Poster: T-P11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 5. Safety first: if anyone is at risk, stop and get help.</a:t>
            </a:r>
          </a:p>
          <a:p/>
          <a:p>
            <a:r>
              <a:t>Poster: T-P22</a:t>
            </a:r>
          </a:p>
          <a:p>
            <a:r>
              <a:t>Picture T-P22-ART (coming) — Artwork for T-P22 · Calm in a difficult moment: Main scene: a facilitator stands relaxed with open palms, shoulders down, facing a learner who is standing and gesturing angrily; other learners seated watch. Small inset lower right: the same facilitator and learner seated together on a bench with cups of tea, talking quietly, the learner calmer. No weapons, no aggression beyond gesture.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steps 6–8. Hand out the help-lines list in the plenary. You're not a counsellor.</a:t>
            </a:r>
          </a:p>
          <a:p/>
          <a:p>
            <a:r>
              <a:t>Poster: T-P22</a:t>
            </a:r>
          </a:p>
          <a:p>
            <a:r>
              <a:t>Picture T-IMG-10 (coming) — Role play in threes: Three adults standing on a veranda. An older man plays an annoyed learner, arms crossed, frowning (acted, a little comic). A young woman plays the facilitator: relaxed shoulders, open palms, calm face. A third person watches from the side holding a card and smiling. In the background other trios doing the same. Friendly, safe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 1. Hold up a real leaf; hold the answers until the end.</a:t>
            </a:r>
          </a:p>
          <a:p/>
          <a:p>
            <a:r>
              <a:t>Poster: F-P16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steps 2–3. Groups start at stations 1, 2, 4, 5. Trainer at station 3 (pest or friend).</a:t>
            </a:r>
          </a:p>
          <a:p/>
          <a:p>
            <a:r>
              <a:t>Poster: F-P14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steps 4–5. Walk the ladder from the bottom; read marks from two stations.</a:t>
            </a:r>
          </a:p>
          <a:p/>
          <a:p>
            <a:r>
              <a:t>Poster: F-P16</a:t>
            </a:r>
          </a:p>
          <a:p>
            <a:r>
              <a:t>Clip T-ANI-20: public/course-animations/plant-guilds/Imbewu-Guilds-04-Helpful-insects.mp4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steps 6–7. Then content questions: spacing, seedlings, seed (clip T-ANI-22 for storage).</a:t>
            </a:r>
          </a:p>
          <a:p/>
          <a:p>
            <a:r>
              <a:t>Poster: F-P18</a:t>
            </a:r>
          </a:p>
          <a:p>
            <a:r>
              <a:t>Clip T-ANI-21: public/course-animations/seeds-sovereignty/seed-dry-processing.mp4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T-D4-S3. Run [APP] or its [PAPER] twin — same time, same outcome.</a:t>
            </a:r>
          </a:p>
          <a:p/>
          <a:p>
            <a:r>
              <a:t>Poster: T-P13</a:t>
            </a:r>
          </a:p>
          <a:p>
            <a:r>
              <a:t>Picture T-P13-ART (coming) — Artwork for T-P13 · One lesson, three ways: Three tall columns. Left: a poster on a fence with a group of five standing, one pointing. Middle, top: a laptop connected to a TV on a table in a shaded room with seated learners; middle, bottom: a group of five crowded around a tablet held by one of them. Right: a group of five watching a phone; beneath it, a hand signing on a phone screen with a finger. Under each column, a small drawing of the paper version — a poster roll (left), a ring-bound flip-book of pictures (middle), a paper register on a clipboard (right) — joined to the column above by a curved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 [APP] station A. Lessons saved via My Studies → Study offline → Save available lessons to</a:t>
            </a:r>
          </a:p>
          <a:p>
            <a:r>
              <a:t>this phone. [PAPER]: picture-sequence cards.</a:t>
            </a:r>
          </a:p>
          <a:p/>
          <a:p>
            <a:r>
              <a:t>Poster: T-P13</a:t>
            </a:r>
          </a:p>
          <a:p>
            <a:r>
              <a:t>Picture T-IMG-17 (coming) — Screenshot: My Studies → Study offline: Capture from the live ImbewuField app on a phone (sample account, no personal data): **My Studies** with the **Study offline** panel open and the button "Save available lessons to this phone" visible. Frame it inside a simple drawn phone outline on Paper background, 16:9. Re-capture whenever the screen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 [APP] station B. Check green dots before the photo. Delete the test event after.</a:t>
            </a:r>
          </a:p>
          <a:p>
            <a:r>
              <a:t>[PAPER]: forms.md §1 and §7.</a:t>
            </a:r>
          </a:p>
          <a:p/>
          <a:p>
            <a:r>
              <a:t>Poster: T-P13</a:t>
            </a:r>
          </a:p>
          <a:p>
            <a:r>
              <a:t>Picture T-IMG-18 (coming) — Screenshot: Mentor → Training: Capture from the app (sample mode only — invented sample names, no real people): the **Mentor** workspace, **Training** view showing an attendance list, a signature box and the venue/date fields. Blur or replace any real names. Frame in a phone or tablet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 [APP] station C and step 3 rules. A result is a question for the group, not the answer.</a:t>
            </a:r>
          </a:p>
          <a:p>
            <a:r>
              <a:t>[PAPER]: hand lens and picture cards.</a:t>
            </a:r>
          </a:p>
          <a:p/>
          <a:p>
            <a:r>
              <a:t>Poster: T-P13</a:t>
            </a:r>
          </a:p>
          <a:p>
            <a:r>
              <a:t>Picture T-IMG-19 (coming) — Screenshot: Lima Vision result: Capture from the app (sample account): a **Lima Vision** result for a photo of a leafy crop, showing the crop identification and the yield/weigh screen. Photo subject must be a plant, not a person. Frame in a phone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T-D4-S4. Each partner uses a mode new to them (Mode tracker). Every teach still has a hands-on moment.</a:t>
            </a:r>
          </a:p>
          <a:p/>
          <a:p>
            <a:r>
              <a:t>Poster: T-P13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T-D4-S4 step 3. Device-fail drill once per stream, never on a nervous trainee's first device lesson.</a:t>
            </a:r>
          </a:p>
          <a:p/>
          <a:p>
            <a:r>
              <a:t>Poster: T-P13</a:t>
            </a:r>
          </a:p>
          <a:p>
            <a:r>
              <a:t>Picture T-IMG-03 (coming) — Projector in daylight: Split image. Left: a bright church hall with open windows; a projector on a table throws a pale, washed-out rectangle onto a white wall — nothing on it can be seen; learners at the back squint and shade their eyes. Right: the same group in a shaded corner of the hall, gathered close around a large TV on a table; the TV shows a clear picture of a green plant; learners lean in, engaged. A thin Hairline divider between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T-D4-SC. Streams change tomorrow. Bring a hand-made A1 poster, lesson plan, kit list, Teach it card.</a:t>
            </a:r>
          </a:p>
          <a:p/>
          <a:p>
            <a:r>
              <a:t>Poster: T-P15</a:t>
            </a:r>
          </a:p>
          <a:p>
            <a:r>
              <a:t>Picture T-IMG-13 (coming) — The certificate handshake: Inside a hall decorated with posters, an older male trainer shakes hands with a young woman trainee while handing her a certificate (a sheet with a border and a seal shape, no readable text). Colleagues around them clap. Warm, proud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T-D4-01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Day 4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Many ways in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Day 4 of 5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Two brothers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Which brother would you ask for seed?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Role play in threes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The story shape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Someone like us, a problem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What they tried, what happened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 question to the room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Role play in threes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Make a song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 tune everyone knows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One key message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1508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13 minutes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Calm in a difficult moment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Breathe · Name it kindly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Listen, ask · Offer a way on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Follow up privately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T-P22 · Calm in a difficult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T-P22-ART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Role plays in threes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Facilitator · Learner · Observer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3 minutes play, 3 minutes talk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Rotate three times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Role play in threes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F-P16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T-D4-07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Model lesson: gallery walk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Who made these holes?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F-P14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8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Six stations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 job at every station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6 minutes, then move clockwise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Leave your group's mark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F-P16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Prevent first, spray last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Healthy soil, mixed plants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Look often, act early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Spray last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bewu-Guilds-04-Helpful-ins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4110"/>
            <a:ext cx="5242560" cy="29489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Imbewu-Guilds-04-Helpful-insects.mp4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F-P18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Step out: unpack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What made the walk work?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When will you use it?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ed-dry-proces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4110"/>
            <a:ext cx="5242560" cy="29489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seed-dry-processing.mp4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POSTER T-P13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T-D4-11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DAY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Mode 3: the app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Show · Record · Ask and look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T-P13 · One lesson, three 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T-P13-ART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2C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My Studies, offline</a:t>
            </a:r>
          </a:p>
        </p:txBody>
      </p:sp>
      <p:sp>
        <p:nvSpPr>
          <p:cNvPr id="12" name="Rectangle 11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Flight mode on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Watch the clip, then do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What can a clip show?</a:t>
            </a:r>
          </a:p>
        </p:txBody>
      </p:sp>
      <p:sp>
        <p:nvSpPr>
          <p:cNvPr id="23" name="Rectangle 22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Screenshot: My Studies → Study offline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2C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Mentor → Training</a:t>
            </a:r>
          </a:p>
        </p:txBody>
      </p:sp>
      <p:sp>
        <p:nvSpPr>
          <p:cNvPr id="12" name="Rectangle 11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Venue, date, attendance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Signatures and a photo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9752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Feedback, saved offline</a:t>
            </a:r>
          </a:p>
        </p:txBody>
      </p:sp>
      <p:sp>
        <p:nvSpPr>
          <p:cNvPr id="23" name="Rectangle 22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Screenshot: Mentor →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2C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Lima Vision: do we agree?</a:t>
            </a:r>
          </a:p>
        </p:txBody>
      </p:sp>
      <p:sp>
        <p:nvSpPr>
          <p:cNvPr id="12" name="Rectangle 11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Photograph the leaf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Read the result together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15080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How could we check?</a:t>
            </a:r>
          </a:p>
        </p:txBody>
      </p:sp>
      <p:sp>
        <p:nvSpPr>
          <p:cNvPr id="23" name="Rectangle 22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Screenshot: Lima Vision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Micro-teaching Round 4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20 minutes, pairs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Slides or app — your choice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 device may fail on purpose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When the device fails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Switch in 30 seconds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Poster or flip-book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Don't apologise, keep going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Projector in daylight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POSTER T-P15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DAY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C1C1C"/>
                </a:solidFill>
                <a:latin typeface="Segoe Print"/>
              </a:rPr>
              <a:t>Course craft: report and certificates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43256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52400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Daily report with register photo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Attendance, not qualification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Tomorrow: Round 5, 30 minutes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706880"/>
            <a:ext cx="5608320" cy="423672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57886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57886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7096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certificate handshake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PICTURE · T-IMG-13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