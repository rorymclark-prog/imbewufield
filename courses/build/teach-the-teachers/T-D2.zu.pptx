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T-D2-S0. A trainee runs the register. Energiser by a volunteer. "You said, we did" — answer</a:t>
            </a:r>
          </a:p>
          <a:p>
            <a:r>
              <a:t>yesterday's wishes in two sentences.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 steps 4–6. Questions to the Question Tree. Roles rotate; say today's promise.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1. Ask: at 12:30, how would you know? Only B can be seen.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2–4. Foggy words: understand, know, learn about, appreciate. Groups fix six foggy</a:t>
            </a:r>
          </a:p>
          <a:p>
            <a:r>
              <a:t>cards; then pairs fix their own Round 2 outcome. Ten minutes = one small outcome.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5. Ask each, wait after each. Which got the best thinking?</a:t>
            </a:r>
          </a:p>
          <a:p/>
          <a:p>
            <a:r>
              <a:t>Poster: T-P08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6–7. Not "Any questions?" but "What questions do you have?" Pairs write a ladder</a:t>
            </a:r>
          </a:p>
          <a:p>
            <a:r>
              <a:t>for a Course 1 poster.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8. Four farmer questions; then give the short content answers from the day file.</a:t>
            </a:r>
          </a:p>
          <a:p>
            <a:r>
              <a:t>Take home: three ladder questions into the Round 2 plan.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T-D2-S2. Ladder tally card to each Recorder. Walk out; F-P05 on the trunk; sun behind learners.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2–3. Cardboard house per group, torch or real sun. Stick shadow points south at noon.</a:t>
            </a:r>
          </a:p>
          <a:p/>
          <a:p>
            <a:r>
              <a:t>Poster: F-P05</a:t>
            </a:r>
          </a:p>
          <a:p>
            <a:r>
              <a:t>Also: T-ANI-13</a:t>
            </a:r>
          </a:p>
          <a:p>
            <a:r>
              <a:t>Clip T-ANI-13: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4–6. Debrief on F-P07; roof sum on F-P08 (60 m² × 10 mm = 600 ℓ, about 500 caught).</a:t>
            </a:r>
          </a:p>
          <a:p>
            <a:r>
              <a:t>Clip T-ANI-15 for the roof.</a:t>
            </a:r>
          </a:p>
          <a:p/>
          <a:p>
            <a:r>
              <a:t>Poster: F-P07</a:t>
            </a:r>
          </a:p>
          <a:p>
            <a:r>
              <a:t>Clip T-ANI-14: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7–10. Ladder counts; tree-talk rules; improvised-aids brainstorm (8 free things per</a:t>
            </a:r>
          </a:p>
          <a:p>
            <a:r>
              <a:t>group); roof-sum practice. 1 mm on 1 m² = 1 litre.</a:t>
            </a:r>
          </a:p>
          <a:p/>
          <a:p>
            <a:r>
              <a:t>Poster: T-P12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T-D2-S3. Energiser by a trainee first.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2–3. Co-trainer teaches F-P06 badly (90 s) then well (90 s). Stand to the side;</a:t>
            </a:r>
          </a:p>
          <a:p>
            <a:r>
              <a:t>notes on the A5 card or phone.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4–6. Language-time demo with the roof sum; six scenario cards; then studio: improve</a:t>
            </a:r>
          </a:p>
          <a:p>
            <a:r>
              <a:t>the poster and write a 5-prompt Teach it card.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1–4. Reverse order. Talk % = marks ÷ 10 × 100. Trainers observe two full teaches each.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5–7. No comments on others' numbers. Add tips to "Our teaching tips". Tick Poster.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T-D2-SC. Eight "OK or not?" cards. Pairs made inside groups; pool B cards for Round 3 (15 min, with</a:t>
            </a:r>
          </a:p>
          <a:p>
            <a:r>
              <a:t>a practical).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Khuluma kancane, buza kakhulu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2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T-D2-02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Nilale nicabanga ngani?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Into eyodwa oyikhumbulayo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Umbuzo owodwa ovuke nawo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T-D2-03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Yimuphi umphumela ongawubona?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A: ukuqonda i-compost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B: ukwakha inqwaba ye-compost engu-1 m enezingqimba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T-D2-04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Qala ngesenzo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Isenzo · Kuyini · Kahle kangakanani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Yenza, bonisa, thola, linganisa, chaza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Ungakubona ngaphambi kwasemini?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T-D2-05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Imibuzo emithathu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Ingabe inhlabathi iyaphila?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Yini ephila enhlabathini?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Ungathola kanjani?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T-D2-06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Khwela isitebhisi semibuzo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Ovaliwe · Ovulekile · Ojulile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Linda imizuzwana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Wubuyisele eqenjini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T-D2-07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Lindani futhi nibuyisele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Balani iminwe emihlanu buthule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Ningaphenduli — wubuyiseleni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T-D2-08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 under a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Read the land and water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count question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T-D2-09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Where is the sun?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Window faces north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Mark winter shade with sticks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Which way does the shadow point?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cardboard house and the sun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Close view on bare ground: a shoebox house with a card triangle roof and small windows on each side, sitting on a patch of soil. A compass arrow drawn on the ground points up-screen (north). Sunlight comes from the north (upper part), low (winter), casting a long shadow of the house down-screen (south). Small sticks mark the edge of the shadow. Two hands…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T-D2-10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Where does the water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Pour 500 ml on each bottle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Catch and measure the runoff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Find three water signs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T-ANI-14 · play from the tablet: watch-05-water-movement.mp4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T-D2-11   ·   Poster T-P12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Sun behind learners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Poster at eye level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Stop, then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T-P12 · Teach with what you have (tree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large shade tree. A poster is tied to the trunk at the eye level of seated people. Learners sit in a horseshoe facing the trunk, the sun shape behind them in the upper part of the scene (north, marked by a small compass arrow pointing up), so their faces are in shade. The facilitator stands to one side of the poster, wind lines…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1: posters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One lesson, three ways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Today: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Teach from a poster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Cover and reveal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Point and ask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Learners come to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Notes on the phone, poster on the 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female facilitator stands beside (not in front of) a poster tied to a wire fence with cable ties. She holds a phone low in one hand, glancing at it, and points with an open hand at a numbered circle on the poster. Five learners stand in a horseshoe facing the poster, one stepping forward to touch it. Garden beds behind. Poster content drawn as…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T-D2-14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Everyone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Language time: retell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 role for everyone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Seated jobs, picture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T-P17 · Everyone learns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mixed group of five at a raised table outside, mixing seedling soil: a gogo seated, showing seeds in her palm to others; a young man in a wheelchair at the table's end mixing soil with both hands; a young mother with a baby tied on her back; an older man seated close to the facilitator, watching her face as she speaks; two young women talking side by…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T-D2-15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10 minutes, solo, posters only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Observer counts talk and questions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6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T-D2-16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talk scoreboard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Write your own talk %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helped you talk less?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T-D2-17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POPIA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Consent before the camera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Green dot = no photos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Share only what was agreed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