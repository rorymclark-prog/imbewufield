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T-D2-S0. A trainee runs the register. Energiser by a volunteer. "You said, we did" — answer</a:t>
            </a:r>
          </a:p>
          <a:p>
            <a:r>
              <a:t>yesterday's wishes in two sentences.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T-D2-S0 steps 4–6. Questions to the Question Tree. Roles rotate; say today's promise.</a:t>
            </a:r>
          </a:p>
          <a:p/>
          <a:p>
            <a:r>
              <a:t>Poster: T-P11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 1. Ask: at 12:30, how would you know? Only B can be seen.</a:t>
            </a:r>
          </a:p>
          <a:p/>
          <a:p>
            <a:r>
              <a:t>Poster: T-P05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steps 2–4. Foggy words: understand, know, learn about, appreciate. Groups fix six foggy</a:t>
            </a:r>
          </a:p>
          <a:p>
            <a:r>
              <a:t>cards; then pairs fix their own Round 2 outcome. Ten minutes = one small outcome.</a:t>
            </a:r>
          </a:p>
          <a:p/>
          <a:p>
            <a:r>
              <a:t>Poster: T-P05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 5. Ask each, wait after each. Which got the best thinking?</a:t>
            </a:r>
          </a:p>
          <a:p/>
          <a:p>
            <a:r>
              <a:t>Poster: T-P08</a:t>
            </a:r>
          </a:p>
          <a:p>
            <a:r>
              <a:t>Clip T-ANI-17: public/course-animations/soil-health/watch-05-living-soil.mp4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steps 6–7. Not "Any questions?" but "What questions do you have?" Pairs write a ladder</a:t>
            </a:r>
          </a:p>
          <a:p>
            <a:r>
              <a:t>for a Course 1 poster.</a:t>
            </a:r>
          </a:p>
          <a:p/>
          <a:p>
            <a:r>
              <a:t>Poster: T-P08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 8. Four farmer questions; then give the short content answers from the day file.</a:t>
            </a:r>
          </a:p>
          <a:p>
            <a:r>
              <a:t>Take home: three ladder questions into the Round 2 plan.</a:t>
            </a:r>
          </a:p>
          <a:p/>
          <a:p>
            <a:r>
              <a:t>Poster: T-P08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T-D2-S2. Ladder tally card to each Recorder. Walk out; F-P05 on the trunk; sun behind learners.</a:t>
            </a:r>
          </a:p>
          <a:p/>
          <a:p>
            <a:r>
              <a:t>Poster: F-P05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 steps 2–3. Cardboard house per group, torch or real sun. Stick shadow points south at noon.</a:t>
            </a:r>
          </a:p>
          <a:p/>
          <a:p>
            <a:r>
              <a:t>Poster: F-P05</a:t>
            </a:r>
          </a:p>
          <a:p>
            <a:r>
              <a:t>Also: T-ANI-13</a:t>
            </a:r>
          </a:p>
          <a:p>
            <a:r>
              <a:t>Clip T-ANI-13: public/course-animations/reading-landscape/watch-09-sun-shadows.mp4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 steps 4–6. Debrief on F-P07; roof sum on F-P08 (60 m² × 10 mm = 600 ℓ, about 500 caught).</a:t>
            </a:r>
          </a:p>
          <a:p>
            <a:r>
              <a:t>Clip T-ANI-15 for the roof.</a:t>
            </a:r>
          </a:p>
          <a:p/>
          <a:p>
            <a:r>
              <a:t>Poster: F-P07</a:t>
            </a:r>
          </a:p>
          <a:p>
            <a:r>
              <a:t>Clip T-ANI-14: public/course-animations/reading-landscape/watch-05-water-movement.mp4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 steps 7–10. Ladder counts; tree-talk rules; improvised-aids brainstorm (8 free things per</a:t>
            </a:r>
          </a:p>
          <a:p>
            <a:r>
              <a:t>group); roof-sum practice. 1 mm on 1 m² = 1 litre.</a:t>
            </a:r>
          </a:p>
          <a:p/>
          <a:p>
            <a:r>
              <a:t>Poster: T-P12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T-D2-S3. Energiser by a trainee first.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T-D2-S3 steps 2–3. Co-trainer teaches F-P06 badly (90 s) then well (90 s). Stand to the side;</a:t>
            </a:r>
          </a:p>
          <a:p>
            <a:r>
              <a:t>notes on the A5 card or phone.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T-D2-S3 steps 4–6. Language-time demo with the roof sum; six scenario cards; then studio: improve</a:t>
            </a:r>
          </a:p>
          <a:p>
            <a:r>
              <a:t>the poster and write a 5-prompt Teach it card.</a:t>
            </a:r>
          </a:p>
          <a:p/>
          <a:p>
            <a:r>
              <a:t>Poster: T-P17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T-D2-S4 steps 1–4. Reverse order. Talk % = marks ÷ 10 × 100. Trainers observe two full teaches each.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T-D2-S4 steps 5–7. No comments on others' numbers. Add tips to "Our teaching tips". Tick Poster.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T-D2-SC. Eight "OK or not?" cards. Pairs made inside groups; pool B cards for Round 3 (15 min, with</a:t>
            </a:r>
          </a:p>
          <a:p>
            <a:r>
              <a:t>a practical).</a:t>
            </a:r>
          </a:p>
          <a:p/>
          <a:p>
            <a:r>
              <a:t>Poster: T-P17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T-D2-01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Usuku 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Khuluma kancane, buza kakhulu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Usuku 2 kwezi-5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Tree talk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teaching circle under a big shade tree: a poster tied to the trunk at seated eye level; about twelve learners in a horseshoe on chairs and a log, faces in shade, the sun behind them in the upper part of the scene (north). The facilitator stands to one side of the poster. On the ground in the middle: two cut-open 2 ℓ bottles and a cardboard house. A…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T-D2-02   ·   Poster T-P11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Nilale nicabanga ngani?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Into eyodwa oyikhumbulayo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Umbuzo owodwa ovuke nawo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learning circle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T-D2-03   ·   Poster T-P05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Yimuphi umphumela ongawubona?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A: ukuqonda i-compost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B: ukwakha inqwaba ye-compost engu-1 m enezingqimba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T-P05 · Outcomes start with a doing 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young farmer stands proudly beside a finished, neatly layered compost heap about waist high, pointing to its layers. A facilitator beside her holds a clipboard and draws a tick shape. In the background, a clock shape on a wall shows the hands near twelve (midday). Three big ochre callout circles sit on: the farmer's pointing hand (①), the heap (②), and…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T-D2-04   ·   Poster T-P05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Qala ngesenzo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Isenzo · Kuyini · Kahle kangakanani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Yenza, bonisa, thola, linganisa, chaza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Ungakubona ngaphambi kwasemini?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T-P05 · Outcomes start with a doing 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young farmer stands proudly beside a finished, neatly layered compost heap about waist high, pointing to its layers. A facilitator beside her holds a clipboard and draws a tick shape. In the background, a clock shape on a wall shows the hands near twelve (midday). Three big ochre callout circles sit on: the farmer's pointing hand (①), the heap (②), and…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T-D2-05   ·   Poster T-P08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Imibuzo emithathu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Ingabe inhlabathi iyaphila?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Yini ephila enhlabathini?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Ungathola kanjani?</a:t>
            </a:r>
          </a:p>
        </p:txBody>
      </p:sp>
      <p:pic>
        <p:nvPicPr>
          <p:cNvPr id="7" name="Picture 6" descr="watch-05-living-so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T-ANI-17 · play from the tablet: watch-05-living-soil.mp4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T-D2-06   ·   Poster T-P08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Khwela isitebhisi semibuzo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Ovaliwe · Ovulekile · Ojulile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Linda imizuzwana 5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Wubuyisele eqenjini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T-P08 · The question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tall wooden ladder with three rungs leans against a tree. On the bottom rung, a small figure beside one short speech-bubble shape (empty). On the middle rung, two figures with several branching bubble shapes. On the top rung, a figure looks out over a whole garden, hand on chin, with a bubble shaped like a sprouting seed. At the ladder's foot: an open…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T-D2-07   ·   Poster T-P08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Lindani futhi nibuyisele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Balani iminwe emihlanu buthule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Ningaphenduli — wubuyiseleni eqenjini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T-P08-ART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T-P08 · The question ladder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tall wooden ladder with three rungs leans against a tree. On the bottom rung, a small figure beside one short speech-bubble shape (empty). On the middle rung, two figures with several branching bubble shapes. On the top rung, a figure looks out over a whole garden, hand on chin, with a bubble shaped like a sprouting seed. At the ladder's foot: an open…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T-D2-08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Isifundo esiyisibonelo ngaphansi kwesihlahla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Funda umhlaba namanzi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Ababhali: balani izinhlobo zemibuzo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Tree talk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teaching circle under a big shade tree: a poster tied to the trunk at seated eye level; about twelve learners in a horseshoe on chairs and a log, faces in shade, the sun behind them in the upper part of the scene (north). The facilitator stands to one side of the poster. On the ground in the middle: two cut-open 2 ℓ bottles and a cardboard house.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T-D2-09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Ilanga likuphi?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Iwindi libheke enyakatho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Makani umthunzi wasebusika ngezinduku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Isithunzi sikhomba ngaphi?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cardboard house and the sun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Close view on bare ground: a shoebox house with a card triangle roof and small windows on each side, sitting on a patch of soil. A compass arrow drawn on the ground points up-screen (north). Sunlight comes from the north (upper part), low (winter), casting a long shadow of the house down-screen (south). Small sticks mark the edge of the shadow. Two hands…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T-D2-10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Amanzi aya kuphi?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Thelani 500 ml ebhodleleni ngalinye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Bambani nilinganise amanzi agelezayo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Tholani izimpawu ezintathu zamanzi</a:t>
            </a:r>
          </a:p>
        </p:txBody>
      </p:sp>
      <p:pic>
        <p:nvPicPr>
          <p:cNvPr id="9" name="Picture 8" descr="watch-05-water-mov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T-ANI-14 · play from the tablet: watch-05-water-movement.mp4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T-D2-11   ·   Poster T-P12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Ukufundisa ngaphansi kwesihlahla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Ilanga ngemuva kwabafundi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Iphosta ezingeni lamehlo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Yima, bese ukhuluma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T-P12 · Teach with what you have (tree talk)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teaching circle under a large shade tree. A poster is tied to the trunk at the eye level of seated people. Learners sit in a horseshoe facing the trunk, the sun shape behind them in the upper part of the scene (north, marked by a small compass arrow pointing up), so their faces are in shade. The facilitator stands to one side of the poster, wind lines…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T-D2-12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Indlela 1: amaphosta kuphela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Isifundo esisodwa, izindlela ezintathu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Namuhla: iphosta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T-P13 · One lesson,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tall columns. Left: a poster on a fence with a group of five standing, one pointing. Middle, top: a laptop connected to a TV on a table in a shaded room with seated learners; middle, bottom: a group of five crowded around a tablet held by one of them. Right: a group of five watching a phone; beneath it, a hand signing on a phone screen with 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Fundisa ngephosta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Mboza bese uyambula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Khomba bese ubuza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Abafundi beza ephosteni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Notes on the phone, poster on the fence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young female facilitator stands beside (not in front of) a poster tied to a wire fence with cable ties. She holds a phone low in one hand, glancing at it, and points with an open hand at a numbered circle on the poster. Five learners stand in a horseshoe facing the poster, one stepping forward to touch it. Garden beds behind. Poster content drawn as…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T-D2-14   ·   Poster T-P17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Wonke umuntu uyafunda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Isikhathi solimi: bayaphinda bayixoxe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Umsebenzi womuntu wonke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Imisebenzi yokuhlala phansi, amalebula ezithombe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T-P17 · Everyone learns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mixed group of five at a raised table outside, mixing seedling soil: a gogo seated, showing seeds in her palm to others; a young man in a wheelchair at the table's end mixing soil with both hands; a young mother with a baby tied on her back; an older man seated close to the facilitator, watching her face as she speaks; two young women talking side by…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T-D2-15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Ukufundisa okuncane: Round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10, uwedwa, amaphosta kuphela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Umbukeli ubala ukukhuluma nemibuzo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6 yempendulo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T-D2-16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Ibhodi lokukhuluma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Bhala i-% yakho yokukhuluma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Yini ekusizile ukuthi ukhulume kancane?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T-D2-17   ·   Poster T-P17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Ubuciko besifundo: i-POPIA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Imvume ngaphambi kwekhamera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Ichashaza eliluhlaza = azikho izithombe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Yabelana ngalokho okuvunyelwene ngakho kuphela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