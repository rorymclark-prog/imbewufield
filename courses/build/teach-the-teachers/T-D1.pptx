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T-D1-S0. Register at the door first. Welcome; say the day's promise. Point out that this course</a:t>
            </a:r>
          </a:p>
          <a:p>
            <a:r>
              <a:t>is taught the way they will teach — ask them to watch how, not only what.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 step 3. Go first with a coin. After the circle ask: what did we learn about teaching?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 steps 5–7. POPIA consent before this slide. Groups of 5 formed; add must-haves; everyone</a:t>
            </a:r>
          </a:p>
          <a:p>
            <a:r>
              <a:t>signs. Agree the call-and-response signal; hand out role cards (T-P06).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steps 1–3. Harvest one idea per pair; then the worst lesson, fast.</a:t>
            </a:r>
          </a:p>
          <a:p/>
          <a:p>
            <a:r>
              <a:t>Poster: T-P02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 4. Lead tells only (hands on laps, 2 min); co-trainer shows step by step outside.</a:t>
            </a:r>
          </a:p>
          <a:p>
            <a:r>
              <a:t>Ask which group did better and why.</a:t>
            </a:r>
          </a:p>
          <a:p/>
          <a:p>
            <a:r>
              <a:t>Poster: T-P02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steps 6–7. Place the envelope task on each step. Four facts about adult learners.</a:t>
            </a:r>
          </a:p>
          <a:p>
            <a:r>
              <a:t>Warn: the "learning pyramid" numbers are a myth.</a:t>
            </a:r>
          </a:p>
          <a:p/>
          <a:p>
            <a:r>
              <a:t>Poster: T-P02</a:t>
            </a:r>
          </a:p>
          <a:p>
            <a:r>
              <a:t>Clip T-ANI-01: public/course-media/teach-the-teachers/T-ANI-01.mp4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 8. Groups map the show-and-try lesson onto the four steps. What was missing?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set-up. Talk-tally card to each Recorder: one mark per minute of talk to the whole room.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steps 3–4 (co-trainer). Take one answer per group. Then find the three ethics in the good</a:t>
            </a:r>
          </a:p>
          <a:p>
            <a:r>
              <a:t>garden (F-P02, clip T-ANI-11 optional).</a:t>
            </a:r>
          </a:p>
          <a:p/>
          <a:p>
            <a:r>
              <a:t>Poster: F-P03</a:t>
            </a:r>
          </a:p>
          <a:p>
            <a:r>
              <a:t>Clip T-ANI-12: public/course-animations/intro-permaculture/watch-13-diversity.mp4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 5. Walk and ask "why there?" — don't tell. Call 5 minutes left at 11:02.</a:t>
            </a:r>
          </a:p>
          <a:p/>
          <a:p>
            <a:r>
              <a:t>Poster: T-P19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 6. Reveal T-P19 after the sort; link to T-P20. Content notes in the day file.</a:t>
            </a:r>
          </a:p>
          <a:p>
            <a:r>
              <a:t>Take home: each group names an element to look for at home.</a:t>
            </a:r>
          </a:p>
          <a:p/>
          <a:p>
            <a:r>
              <a:t>Poster: T-P19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steps 8–11. Average the tallies; reveal the meter. Sticky notes on T-P03. Dot vote; top two</a:t>
            </a:r>
          </a:p>
          <a:p>
            <a:r>
              <a:t>elements explained by trainees first.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T-D1-S3. Energiser first (Compost Heap, T-P11) — trainers model it; trainees lead from tomorrow.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 steps 2–3. Bad poster at 6 m first. Groups turn problems into rules; match to T-P09.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 steps 4–7. Pool A cards MT-01 to MT-10; each member a different card.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T-D1-S4 steps 1–4. Roles: teacher, observer (next teacher), timekeeper (last teacher). Lead models a</a:t>
            </a:r>
          </a:p>
          <a:p>
            <a:r>
              <a:t>5-minute teach (MT-03) first; co-trainer models the feedback.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T-D1-S4 step 3 and plenary. Build "Our teaching tips" after the round. Tick Poster on the Mode tracker.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T-D1-SC. One word; stars and wish for today. Course craft 15 on the register; Mentor → Training</a:t>
            </a:r>
          </a:p>
          <a:p>
            <a:r>
              <a:t>shown if a device is there. Tomorrow: Round 2, 10 minutes, a new card, a written outcome.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T-D1-01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Welcome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Teach the Teachers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Day 1 of 5 · Learners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learning circle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T-D1-02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Name and object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Your name, where you work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One object you could teach with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30 seconds 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T-D1-03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Our learning agreement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Three rules that help you learn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One idea per sticky note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We made it, we keep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T-P01 · Our learning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 45% only. Eight adults of mixed ages sit in a circle on low chairs and a bench under a wide shade tree; a gogo in a headscarf, a young man in a cap, a woman with a notebook, an older man with a walking stick, two young women, an extension officer in a work shirt. In the centre, all their hands rest together on a large blank sheet of paper on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T-D1-04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Your best teacher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Best teacher you ever had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What did they do?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Pairs, 3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learning circle under a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T-D1-05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Fold a seed envelope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Room A: tell only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Outside: show and try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Compare your envelopes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poster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Seen from slightly above: trainees kneel and sit on a clean hall floor around large sheets of paper, drawing posters with thick markers. One sheet shows a pencilled bean plant with numbered circles; another person holds a finished poster up at arm's length while a partner stands far away checking it. Markers, rulers, Prestik and paper offcuts scattered.…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T-D1-06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How adults learn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Do · Look back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Make sense · Use 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Go all the way 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T-ANI-01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learning cycle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Four scenes appear in turn around a circle, joined by a Mid-green arrow that grows clockwise: (1) hands fold a paper seed envelope (0–4 s); (2) two people look at the torn envelope, one points (4–8 s); (3) a small group draws in the soil with a stick, one nods (8–12 s); (4) at a kitchen table, bean seed pours into a finished envelope (12–16 s); the arrow…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T-D1-07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Look · Try · Talk · Take home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Hook them · Hands 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Three questions · One action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Try comes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T-P03 · Every lesson: Look · Try · Talk · Take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Four horizontal bands stacked top to bottom, one scene each, same people throughout. ① A facilitator holds up a real cabbage leaf with holes; seated learners lean forward, two pointing. ② A group of five kneels at a bed, every pair of hands in the soil, the facilitator standing back, hands behind her back. ③ The group sits in a circle beside a poster on…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T-D1-08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Model lesson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You are farmers now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Recorders: count teacher talk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T-D1-09   ·   Poster F-P03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Two gardens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 differences do you see?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Which feeds you in a drought?</a:t>
            </a:r>
          </a:p>
        </p:txBody>
      </p:sp>
      <p:pic>
        <p:nvPicPr>
          <p:cNvPr id="7" name="Picture 6" descr="watch-13-divers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T-ANI-12 · play from the tablet: watch-13-diversity.mp4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T-D1-10   ·   Poster T-P19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Sort the practices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Put each photo under an idea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Our strongest three, weakest one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15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T-P19-ART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T-P19 · The 10 elements of agroecology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wide, busy but orderly village landscape, read left to right, with ten clear scenes: (1) a field of maize, beans and pumpkin growing together with a fruit tree; (2) a woman farmer showing neighbours her trench bed; (3) chickens scratching under fruit trees beside the garden; (4) a compost heap next to a bed (no bags of fertiliser); (5) kitchen scraps…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T-D1-11   ·   Poster T-P19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Ten elements, twelve principles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Agroecology: practice and food system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Permaculture: ethics and design toolbox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We use both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T-P20-ART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T-P20 · Twelve design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homestead seen from above in the centre (house, tank, beds, fruit trees, chicken run, swale on the slope), surrounded by twelve small round vignettes like a clock face: (1) a woman sitting watching her yard; (2) a tank full of water and a seed jar; (3) a hand picking spinach; (4) a person checking a flooded bed and redirecting water; (5) the sun and…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T-D1-12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Step out: unpack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How many talk minutes?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What did the teacher do?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Which element are you unsure of?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T-D1-13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Poster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A poster that teaches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poster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Seen from slightly above: trainees kneel and sit on a clean hall floor around large sheets of paper, drawing posters with thick markers. One sheet shows a pencilled bean plant with numbered circles; another person holds a finished poster up at arm's length while a partner stands far away checking it. Markers, rulers, Prestik and paper offcuts scattered.…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T-D1-14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Six poster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One idea, 25 words max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Big picture, no words inside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Numbered labels, one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T-P09 · A poster that teaches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fence with a teaching poster hung on it by cable ties. The poster is drawn as a simple layout: a dark top band, a big clear drawing of a bean plant with three numbered ochre circles, a band of short grey bars where labels go (bars, not letters), and a thin bar at the bottom. On the ground, a line of six footprints leads away from the fence to a young…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T-D1-15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Draw your poster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Pick a Round 1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Pencil first, 25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Then the 6-metre 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PHOTO · T-PHO-01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Trainee-made posters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Take during the first run of this course, **with POPIA consent** from the makers: 3–4 hand-made trainee posters that follow T-P09 (≤ 25 words, big picture, numbered labels), photographed flat, straight on, in daylight, no people in frame. Until then, use T-IMG-06.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T-D1-16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Micro-teaching Round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5 minutes, solo, your group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Then 5 minutes feedback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Stop on 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T-D1-17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Two stars and a wish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Teacher speaks first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Two stars, one wish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Say 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T-D1-18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Course craft: the register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First in the morning, last at close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Facilitator signs, photo every day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Never from memory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