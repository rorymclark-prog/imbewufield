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A-D2-S0. Register; energiser (each group: two true sentences about AI, one lie); what did you</a:t>
            </a:r>
          </a:p>
          <a:p>
            <a:r>
              <a:t>sleep on — who tried AI at home? Rotate roles. Day promise.</a:t>
            </a:r>
          </a:p>
          <a:p/>
          <a:p>
            <a:r>
              <a:t>Poster: A-P05</a:t>
            </a:r>
          </a:p>
          <a:p>
            <a:r>
              <a:t>Picture A-IMG-01 (coming) — Learning together under a tree: Landscape 16:9. A group of five learners on plastic chairs under a big shade tree near a small community garden: a gogo, an older man in a hat, two young women, a young man. One phone is shared between the gogo and a young woman; the young woman points at the screen, the gogo laughs. The others lean in. A poster on a fence behind (plain shapes, no text). Midday light, sun high in the north; soft shade. Leave the left third calm (Paper-coloured sky and wall)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A-D2-S1, 09:30. AI sign on for the hook; the room checks from its own knowledge (about half a</a:t>
            </a:r>
          </a:p>
          <a:p>
            <a:r>
              <a:t>metre — F-P15). "When we don't know, we need a ladder."</a:t>
            </a:r>
          </a:p>
          <a:p/>
          <a:p>
            <a:r>
              <a:t>Poster: A-P07</a:t>
            </a:r>
          </a:p>
          <a:p>
            <a:r>
              <a:t>Picture A-IMG-05 (coming) — The AI desk (facilitator plays the machine): Landscape 16:9. A facilitator (woman, 30s) sits on a chair at the side of a hall wearing a large card on a string round her neck — the card shows a simple drawn phone with a question mark (a drawing, not words). She holds a small stack of cards and reads one in a deadpan, confident way. A group Reporter (young man) stands in front of her with a notebook; two learners behind him grin. Playful,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A-D2-S1, 09:35. Ask first: how do you check a rumour in the village? A learner says each rung</a:t>
            </a:r>
          </a:p>
          <a:p>
            <a:r>
              <a:t>in their language. Rung 1 includes "sun in the north, our seasons".</a:t>
            </a:r>
          </a:p>
          <a:p/>
          <a:p>
            <a:r>
              <a:t>Poster: A-P07</a:t>
            </a:r>
          </a:p>
          <a:p>
            <a:r>
              <a:t>Also: A-ANI-04, A-ANI-05</a:t>
            </a:r>
          </a:p>
          <a:p>
            <a:r>
              <a:t>Picture A-P07-ART (coming) — Artwork for A-P07 · The Check Ladder: A wooden ladder leaning against a water tank, five rungs. A farmer (woman, 40s, headscarf, gumboots) climbs it holding a phone. Beside each rung, a small picture: bottom rung — the farmer's own garden with the sun in the north (does it make sense here?); second — a circular arrow around a speech bubble (ask again); third — a seed packet and a product bottle with a label, side by side (second source); fourth — two people talking, one an extension officer with a clipboard (ask a person); top rung — a single small row of plants inside a big empty bed (try it small). Callouts ①–⑤ bottom to top.</a:t>
            </a:r>
          </a:p>
          <a:p>
            <a:r>
              <a:t>Clip A-ANI-04: public/course-media/ai-literacy/A-ANI-04.mp4</a:t>
            </a:r>
          </a:p>
          <a:p>
            <a:r>
              <a:t>Picture A-ANI-04 (coming) — Climb the Check Ladder: A farmer with a phone climbs the five-rung ladder from A-P07-ART. As she reaches each rung (every 2.5 s), its small picture lights up: own garden with sun in the north → circular arrow → seed packet and label → two people talking → one small row planted. At the top she smiles and plants the row. Loop.</a:t>
            </a:r>
          </a:p>
          <a:p>
            <a:r>
              <a:t>Clip A-ANI-05: public/course-media/ai-literacy/A-ANI-05.mp4</a:t>
            </a:r>
          </a:p>
          <a:p>
            <a:r>
              <a:t>Picture A-ANI-05 (coming) — The sun is in the north (for "does it make sense here?"): A small house on open ground seen from the side at an angle. The sun travels in a low arc across the NORTH side of the sky from east (right) to west (left); the house's shadow sweeps across the ground on the SOUTH side. Then winter: the arc drops lower and the shadow grows longer. Loops. (Replaces the withdrawn clip `reading-landscape/watch-09-sun-shadows.mp4`.)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A-D2-S1, 09:43. Red = sprays and poisons, medicine, animal health, loans, grants, SASSA,</a:t>
            </a:r>
          </a:p>
          <a:p>
            <a:r>
              <a:t>contracts, land. The label is the law. Groups sort T-01…T-12 (6 min).</a:t>
            </a:r>
          </a:p>
          <a:p/>
          <a:p>
            <a:r>
              <a:t>Poster: A-P08</a:t>
            </a:r>
          </a:p>
          <a:p>
            <a:r>
              <a:t>Picture A-P08-ART (coming) — Artwork for A-P08 · Green · Orange · Red questions: Three stacked panels like a traffic light, each also marked with a shape so it works in black and white: **green circle** panel — a pot of food cooking and a seed packet (low harm); **orange triangle** panel — a bed of wilting seedlings and a coin (could cost a crop or money); **red square** panel — a spray bottle, a medicine bottle, a goat lying down, and a document with a signature line (poison, medicine, animals, money and papers). Beside the red panel, two people talking face to face — a farmer and a person in an extension officer's jacket. Callouts ① ② ③ on the three panels, ④ on the two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A-D2-S1, 09:53. Sets in the prompt-cards answer key. Check-it cards C-01…C-06 go round.</a:t>
            </a:r>
          </a:p>
          <a:p>
            <a:r>
              <a:t>Groups with a phone ask the same question again, differently. 10:10 report one mistake each;</a:t>
            </a:r>
          </a:p>
          <a:p>
            <a:r>
              <a:t>read the key.</a:t>
            </a:r>
          </a:p>
          <a:p/>
          <a:p>
            <a:r>
              <a:t>Poster: A-P07</a:t>
            </a:r>
          </a:p>
          <a:p>
            <a:r>
              <a:t>Picture A-IMG-05 (coming) — The AI desk (facilitator plays the machine): Landscape 16:9. A facilitator (woman, 30s) sits on a chair at the side of a hall wearing a large card on a string round her neck — the card shows a simple drawn phone with a question mark (a drawing, not words). She holds a small stack of cards and reads one in a deadpan, confident way. A group Reporter (young man) stands in front of her with a notebook; two learners behind him grin. Playful,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A-D2-S1, 10:18. Pairs. Then check one card as a room — ideally a red one. Model "I don't know —</a:t>
            </a:r>
          </a:p>
          <a:p>
            <a:r>
              <a:t>I'd ask the extension officer." Hand out Check Ladder (K-08) and Who to Ask (K-07).</a:t>
            </a:r>
          </a:p>
          <a:p/>
          <a:p>
            <a:r>
              <a:t>Poster: A-P07</a:t>
            </a:r>
          </a:p>
          <a:p>
            <a:r>
              <a:t>Picture A-P07-ART (coming) — Artwork for A-P07 · The Check Ladder: A wooden ladder leaning against a water tank, five rungs. A farmer (woman, 40s, headscarf, gumboots) climbs it holding a phone. Beside each rung, a small picture: bottom rung — the farmer's own garden with the sun in the north (does it make sense here?); second — a circular arrow around a speech bubble (ask again); third — a seed packet and a product bottle with a label, side by side (second source); fourth — two people talking, one an extension officer with a clipboard (ask a person); top rung — a single small row of plants inside a big empty bed (try it small). Callouts ①–⑤ bottom to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10:50. Ask: what's in your wallet you'd never give a stranger?</a:t>
            </a:r>
          </a:p>
          <a:p/>
          <a:p>
            <a:r>
              <a:t>Poster: A-P09</a:t>
            </a:r>
          </a:p>
          <a:p>
            <a:r>
              <a:t>Picture A-P09-ART (coming) — Artwork for A-P09 · Keep it private: A phone drawn as an open wallet/purse. Inside it, six items each with a closed padlock: ① an ID book/card (green SA-style ID shape, no text, no crest), ② a bank card with a keypad beside it, ③ a phone screen showing six blank boxes (a code), ④ a plain grant card (no logo), ⑤ a framed photo of two children (faces drawn as simple shapes, turned away), ⑥ a map pin on a small house. Outside the wallet, a shadowy stranger's hand reaches in and a small padlock blocks it. A gogo holds the wallet closed, confident. Callouts ①–⑥ on the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A-D2-S2. POPIA in plain words: organisations must say why, use it only for that, keep it safe;</a:t>
            </a:r>
          </a:p>
          <a:p>
            <a:r>
              <a:t>you can ask what they hold and complain to the Information Regulator. AI apps may keep what you</a:t>
            </a:r>
          </a:p>
          <a:p>
            <a:r>
              <a:t>type — ask about spinach, not your bank.</a:t>
            </a:r>
          </a:p>
          <a:p/>
          <a:p>
            <a:r>
              <a:t>Poster: A-P09</a:t>
            </a:r>
          </a:p>
          <a:p>
            <a:r>
              <a:t>Picture A-P09-ART (coming) — Artwork for A-P09 · Keep it private: A phone drawn as an open wallet/purse. Inside it, six items each with a closed padlock: ① an ID book/card (green SA-style ID shape, no text, no crest), ② a bank card with a keypad beside it, ③ a phone screen showing six blank boxes (a code), ④ a plain grant card (no logo), ⑤ a framed photo of two children (faces drawn as simple shapes, turned away), ⑥ a map pin on a small house. Outside the wallet, a shadowy stranger's hand reaches in and a small padlock blocks it. A gogo holds the wallet closed, confident. Callouts ①–⑥ on the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10:55. H-cards. Go through the "never" pile together (answer key).</a:t>
            </a:r>
          </a:p>
          <a:p/>
          <a:p>
            <a:r>
              <a:t>Poster: A-P09</a:t>
            </a:r>
          </a:p>
          <a:p>
            <a:r>
              <a:t>Picture A-IMG-06 (coming) — Share or not — three piles: Top-down view of a reed mat with three sheets: one with a green circle, one with an orange triangle, one with a red square. Hands of different ages place small cards (blank faces with small icons: an ID shape, a leaf, a padlock, a pin) onto the piles.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11:10. Settings → Account → Two-step verification. Settings → Privacy → Groups, Profile</a:t>
            </a:r>
          </a:p>
          <a:p>
            <a:r>
              <a:t>photo, About, Last seen → My contacts. Block and report. No-phone learners use the paper phone.</a:t>
            </a:r>
          </a:p>
          <a:p>
            <a:r>
              <a:t>Say twice: nobody real ever asks for the code.</a:t>
            </a:r>
          </a:p>
          <a:p/>
          <a:p>
            <a:r>
              <a:t>Poster: A-P09</a:t>
            </a:r>
          </a:p>
          <a:p>
            <a:r>
              <a:t>Picture A-IMG-07 (coming) — Lock your chats: Close-up of two hands (an elder's and a youth's) around an entry-level phone. On the screen: a large padlock over six empty PIN dots, and a toggle switched on. Background soft-focus garden. No real app interface or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11:30. First play the fake voice note (Day 0 recording, a facilitator's voice). Then</a:t>
            </a:r>
          </a:p>
          <a:p>
            <a:r>
              <a:t>the warning signs: hurry, secret, money/airtime/code, too good to be true, a link, a fee for a</a:t>
            </a:r>
          </a:p>
          <a:p>
            <a:r>
              <a:t>job, grant or loan.</a:t>
            </a:r>
          </a:p>
          <a:p/>
          <a:p>
            <a:r>
              <a:t>Poster: A-P10</a:t>
            </a:r>
          </a:p>
          <a:p>
            <a:r>
              <a:t>Picture A-P10-ART (coming) — Artwork for A-P10 · Stop · Check · Ask: Three big panels side by side, like three steps on a path. ① STOP: a hand held up flat in front of a phone showing a message bubble with an exclamation mark and a clock (hurry). ② CHECK: the same person (young man, cap) phoning on a different, older contact — a phone book page with a familiar face drawn on it. ③ ASK: the young man talking with an older woman (his aunt or mentor) at a gate. Along the bottom, a row of small warning icons: a running clock, a finger on lips (secret), coins and an airtime voucher, a gift box, a chain-link (click), a price tag on a job/grant card (pay a fee).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11:40. S-cards, 15 min + 5 min key. Spend time on S-06 (real) and S-09 (grant with a</a:t>
            </a:r>
          </a:p>
          <a:p>
            <a:r>
              <a:t>fee) and S-10 (check via the number on your own card).</a:t>
            </a:r>
          </a:p>
          <a:p/>
          <a:p>
            <a:r>
              <a:t>Poster: A-P10</a:t>
            </a:r>
          </a:p>
          <a:p>
            <a:r>
              <a:t>Picture A-P10-ART (coming) — Artwork for A-P10 · Stop · Check · Ask: Three big panels side by side, like three steps on a path. ① STOP: a hand held up flat in front of a phone showing a message bubble with an exclamation mark and a clock (hurry). ② CHECK: the same person (young man, cap) phoning on a different, older contact — a phone book page with a familiar face drawn on it. ③ ASK: the young man talking with an older woman (his aunt or mentor) at a gate. Along the bottom, a row of small warning icons: a running clock, a finger on lips (secret), coins and an airtime voucher, a gift box, a chain-link (click), a price tag on a job/grant card (pay a fee).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12:00. Ask how you can tell; point the four callouts. Don't try to be a pixel detective</a:t>
            </a:r>
          </a:p>
          <a:p>
            <a:r>
              <a:t>— money, secrets or codes mean stop.</a:t>
            </a:r>
          </a:p>
          <a:p/>
          <a:p>
            <a:r>
              <a:t>Poster: A-P11</a:t>
            </a:r>
          </a:p>
          <a:p>
            <a:r>
              <a:t>Also: A-ANI-03</a:t>
            </a:r>
          </a:p>
          <a:p>
            <a:r>
              <a:t>Picture A-P11-ART (coming) — Artwork for A-P11 · Fake voices, fake videos: Left: a phone playing a voice note (sound wave), and behind the phone a shadowy copying-machine shape producing a second identical sound wave. Centre: a video frame of a smiling man in a suit (generic, not a real person) with a pile of banknotes; the edge of his face slightly pixel-broken to hint "fake". Right: a family at home — a mother on the phone with her son; both touch their heart with a secret smile (the code word). Callouts: ① on the copied voice, ② on the too-good video, ③ on a small phone with a "call back" arrow, ④ on the family.</a:t>
            </a:r>
          </a:p>
          <a:p>
            <a:r>
              <a:t>Clip A-ANI-03: public/course-media/ai-literacy/A-ANI-03.mp4</a:t>
            </a:r>
          </a:p>
          <a:p>
            <a:r>
              <a:t>Picture A-ANI-03 (coming) — A voice can be copied: 0–4 s: a young man records a short voice note; a sound-wave shape leaves his phone. 4–8 s: the wave flies into a shadowy box that stamps out an identical wave. 8–12 s: the copied wave arrives on his mother's phone from an unknown number with a coin and airtime icon beside it. 12–16 s: she lowers the phone, taps a saved contact with her son's face — the real son answers, surprised; both shake heads. 16–18 s: a small padlock and a heart (code word) appear.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12:07. Swap once. Debrief at 12:15; hand out Scam Stop cards (K-09).</a:t>
            </a:r>
          </a:p>
          <a:p/>
          <a:p>
            <a:r>
              <a:t>Poster: A-P11</a:t>
            </a:r>
          </a:p>
          <a:p>
            <a:r>
              <a:t>Picture A-IMG-08 (coming) — The family code word: Landscape 16:9. Split scene: left, a mother in her kitchen listening to a voice note, eyebrow raised, finger to chin (thinking); right, the same mother and her adult son face to face on the stoep, both smiling, the son whispering something in her ear (agreeing the code word in person). A thin dotted line joins the two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A-D2-S3, 13:15. Energiser: read the four D-00 messages; stand = machine, sit = person.</a:t>
            </a:r>
          </a:p>
          <a:p/>
          <a:p>
            <a:r>
              <a:t>Poster: A-P12</a:t>
            </a:r>
          </a:p>
          <a:p>
            <a:r>
              <a:t>Picture A-P12-ART (coming) — Artwork for A-P12 · AI drafts, you own it: A young woman at a table under a shade-net, a phone propped up showing a page of text-lines (lines, not words), a printed page in front of her that she is correcting with a red pen — crossing out one line, writing above it. Beside her, her own harvest book and a crate of spinach bunches with a price tag (blank). Four callouts: ① the red pen on a number, ② her speaking the lines aloud (small speech bubble), ③ a padlock beside a crossed-out line (private information removed), ④ her hand signing at the bottom of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A-D2-S3, 13:20. CVs, funding requests and reports carry your name. Never send what isn't true.</a:t>
            </a:r>
          </a:p>
          <a:p>
            <a:r>
              <a:t>Be honest if asked whether you had help.</a:t>
            </a:r>
          </a:p>
          <a:p/>
          <a:p>
            <a:r>
              <a:t>Poster: A-P12</a:t>
            </a:r>
          </a:p>
          <a:p>
            <a:r>
              <a:t>Picture A-P12-ART (coming) — Artwork for A-P12 · AI drafts, you own it: A young woman at a table under a shade-net, a phone propped up showing a page of text-lines (lines, not words), a printed page in front of her that she is correcting with a red pen — crossing out one line, writing above it. Beside her, her own harvest book and a crate of spinach bunches with a price tag (blank). Four callouts: ① the red pen on a number, ② her speaking the lines aloud (small speech bubble), ③ a padlock beside a crossed-out line (private information removed), ④ her hand signing at the bottom of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 [PAPER], 13:28. AI chat with the Question Hand, or printed drafts D-01…D-04. Made-up</a:t>
            </a:r>
          </a:p>
          <a:p>
            <a:r>
              <a:t>names only in CVs. Fix, rewrite, two groups read aloud.</a:t>
            </a:r>
          </a:p>
          <a:p/>
          <a:p>
            <a:r>
              <a:t>Poster: A-P12</a:t>
            </a:r>
          </a:p>
          <a:p>
            <a:r>
              <a:t>Picture A-IMG-09 (coming) — Red pen on the draft: Landscape 16:9, top-down. A table with: a printed page of lines (no words) with two lines crossed out in red and new squiggles written above; a phone showing a chat bubble; a till slip beside it with a finger tracing a line on the slip; an exercise-book money record open; a red pen. Hands of a young woman.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 [APP], 13:28. Flat slip, good light, whole slip. The reader takes the total, a short</a:t>
            </a:r>
          </a:p>
          <a:p>
            <a:r>
              <a:t>description and the shop name. Is it the grand total, not the change or cash paid? Fix before</a:t>
            </a:r>
          </a:p>
          <a:p>
            <a:r>
              <a:t>saving. App-off warm-up: D-05.</a:t>
            </a:r>
          </a:p>
          <a:p/>
          <a:p>
            <a:r>
              <a:t>Poster: A-P12</a:t>
            </a:r>
          </a:p>
          <a:p>
            <a:r>
              <a:t>Also: A-IMG-09</a:t>
            </a:r>
          </a:p>
          <a:p>
            <a:r>
              <a:t>Picture A-PHO-05 (coming) — Screen: till slip read in Records → Spent: Side-by-side: a photo of a real till slip (an invented or blurred shop name, no card numbers) and the Records → Spent entry after "scan a till slip" showing total, item and shop. If possible use an example where the reader made a small mistake (e.g. read the change as the total) — mark it with a red circle added on the slide, not in the screenshot.</a:t>
            </a:r>
          </a:p>
          <a:p>
            <a:r>
              <a:t>Picture A-IMG-09 (coming) — Red pen on the draft: Landscape 16:9, top-down. A table with: a printed page of lines (no words) with two lines crossed out in red and new squiggles written above; a phone showing a chat bubble; a till slip beside it with a finger tracing a line on the slip; an exercise-book money record open; a red pen. Hands of a young woman.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 [APP], 13:43. Anything not measured, too positive, or a crop you don't grow. Correct in</a:t>
            </a:r>
          </a:p>
          <a:p>
            <a:r>
              <a:t>the app where it allows; otherwise on paper and tell the mentor. Then a Lima draft (task A or B)</a:t>
            </a:r>
          </a:p>
          <a:p>
            <a:r>
              <a:t>if time.</a:t>
            </a:r>
          </a:p>
          <a:p/>
          <a:p>
            <a:r>
              <a:t>Poster: A-P12</a:t>
            </a:r>
          </a:p>
          <a:p>
            <a:r>
              <a:t>Also: A-IMG-10, A-ANI-07</a:t>
            </a:r>
          </a:p>
          <a:p>
            <a:r>
              <a:t>Picture A-PHO-06 (coming) — Screen: an AI-written report: Screenshot of a Reports page generated for a demo garden. Crop to one paragraph and one chart. No real names or locations.</a:t>
            </a:r>
          </a:p>
          <a:p>
            <a:r>
              <a:t>Picture A-IMG-10 (coming) — Read the report together: Landscape 16:9. A mentor (man, 40s, programme bib or plain jacket) and a farmer (woman, 50s) sit on a bench with a printed report (lines and a simple bar-chart shape, no words). The farmer points at one bar and shakes her head gently; the mentor holds a pen ready to correct. Garden beds and a harvest crate behind.</a:t>
            </a:r>
          </a:p>
          <a:p>
            <a:r>
              <a:t>Clip A-ANI-07: public/course-media/ai-literacy/A-ANI-07.mp4</a:t>
            </a:r>
          </a:p>
          <a:p>
            <a:r>
              <a:t>Picture A-ANI-07 (coming) — What the farm record shows: A hand makes tally marks in two columns of a simple exercise book beside a basket of harvested greens and a hanging scale; bunches move from the basket into three piles (eat, share, sell) as marks appear. Marks are simple strokes, never readable writing. (Replaces the withdrawn clip `market-community/watch-04-farm-record.mp4`.)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A-D2-S3, 14:08. Hands up / hands down: can AI see your soil, replace a soil test or scale, know</a:t>
            </a:r>
          </a:p>
          <a:p>
            <a:r>
              <a:t>your rain or today's market price, know your gogo's knowledge, replace your mentor, sign for you?</a:t>
            </a:r>
          </a:p>
          <a:p>
            <a:r>
              <a:t>Each group adds one thing only people can do. Debrief at 14:23.</a:t>
            </a:r>
          </a:p>
          <a:p/>
          <a:p>
            <a:r>
              <a:t>Poster: A-P13</a:t>
            </a:r>
          </a:p>
          <a:p>
            <a:r>
              <a:t>Also: A-IMG-04, A-ANI-06</a:t>
            </a:r>
          </a:p>
          <a:p>
            <a:r>
              <a:t>Picture A-P13-ART (coming) — Artwork for A-P13 · What AI can't do: A warm farm scene with a phone lying small on a fence post, screen dark. Around the scene: ① a farmer squeezing a handful of soil and smelling it; ② a rain gauge (a cut 2 ℓ bottle) on a post, with a farmer reading it; ③ a gogo teaching a child to sort seed from a gourd; ④ a mentor and a farmer walking a bed together, talking; ⑤ two people with different speech-bubble shapes (two languages) where one bubble is only half-filled (AI weaker in our languages). Sun in the north.</a:t>
            </a:r>
          </a:p>
          <a:p>
            <a:r>
              <a:t>Clip A-ANI-06: public/course-media/ai-literacy/A-ANI-06.mp4</a:t>
            </a:r>
          </a:p>
          <a:p>
            <a:r>
              <a:t>Picture A-ANI-06 (coming) — Look at the soil: Hands dig a spade-deep square of garden soil, lift it and crumble it: dark crumbs, fine roots, an earthworm, fungus threads. Beside it a pale hard lump from a path cracks apart with nothing living in it. Slow side-by-side comparison. (Replaces the withdrawn clip `soil-health/tour-soil-observation.mp4`.)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A-D2-S4, 14:45. Show yesterday's voice-typing tally. AI learned mostly from English and richer</a:t>
            </a:r>
          </a:p>
          <a:p>
            <a:r>
              <a:t>countries: may picture a man with a tractor and northern seasons; can repeat unfair ideas.</a:t>
            </a:r>
          </a:p>
          <a:p>
            <a:r>
              <a:t>Big computer buildings use electricity and water — use AI when it helps.</a:t>
            </a:r>
          </a:p>
          <a:p/>
          <a:p>
            <a:r>
              <a:t>Poster: A-P13</a:t>
            </a:r>
          </a:p>
          <a:p>
            <a:r>
              <a:t>Picture A-IMG-11 (coming) — Fair and green AI: Landscape 16:9. Foreground: a small homestead garden with a woman holding a phone, two speech bubbles above her — one full (English-shaped scribbles), one half-empty (her own language). Far background, on the horizon: a large windowless grey building with cooling fans, power lines running to it and a water tower beside it (the data centre). A thin dotted line runs from the phone to the far building. Calm, not scary.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A-D2-S4, 14:55. K-06 sheet, words or drawings, 8 min; pairs 7 min. Never write the code word.</a:t>
            </a:r>
          </a:p>
          <a:p>
            <a:r>
              <a:t>15:10 end quiz (same corners as Day 1); 15:18 evaluation (forms.md §6, adapted).</a:t>
            </a:r>
          </a:p>
          <a:p/>
          <a:p>
            <a:r>
              <a:t>Poster: A-P14</a:t>
            </a:r>
          </a:p>
          <a:p>
            <a:r>
              <a:t>Picture A-P14-ART (coming) — Artwork for A-P14 · My AI plan: A young man and a gogo sit together on a bench outside a home, both holding plan sheets (blank lines). Between them, a phone and a small open notebook. Behind them, a flourishing garden bed, a water tank, a hen. Five small picture callouts floating above: ① a seedling in a speech bubble (use AI for ideas); ② two people talking (always ask a person); ③ a data pot (my data rule); ④ a padlock (my safety step); ⑤ one person teaching another (who I will teach).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A-D2-SC, 15:30. One word; one action per group; Question Tree; certificates with the full</a:t>
            </a:r>
          </a:p>
          <a:p>
            <a:r>
              <a:t>ceremony (forms.md §8) — photos only with consent. Kit back. After: delete the fake voice note,</a:t>
            </a:r>
          </a:p>
          <a:p>
            <a:r>
              <a:t>sign spare phones out, log data, daily report with quiz totals.</a:t>
            </a:r>
          </a:p>
          <a:p/>
          <a:p>
            <a:r>
              <a:t>Poster: A-P14</a:t>
            </a:r>
          </a:p>
          <a:p>
            <a:r>
              <a:t>Picture A-IMG-12 (coming) — Certificate day: Landscape 16:9. A facilitator shakes hands with a proud gogo holding a certificate (blank paper with a simple border and a seal shape, no text); a youth beside her claps; other learners in a semicircle holding their own. Posters on the wall behind (shapes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Welcome 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Day 2 of 2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Check before you trust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Two truths and an AI lie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Learning together under a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POSTER A-P07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A-D2-02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2 / 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DAY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Check before you trust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"Plant cabbage 5 cm apart."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Would you do it?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AI desk (facilitator plays the machine)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The Check Ladder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Makes sense here? · Ask again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Second source · Ask a person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Try it small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A-P07 · The Check Ladder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A-P07-ART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4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How bad if it's wrong?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Green: try small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Orange: check a second source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Red: always ask a person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A-P08 · Green · Orange · Red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A-P08-ART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Find the mistakes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4 AI answer cards per group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Circle the mistake · give a colour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Who would you ask?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AI desk (facilitator plays the machine)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Check my own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Yesterday's card: makes sense here?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What colour now?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381508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Write who you will ask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A-P07 · The Check Ladder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A-P07-ART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POSTER A-P09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A-D2-07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7 / 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DAY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Keep yourself safe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Your phone is your wallet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A-P09 · Keep it private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A-P09-ART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8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Never share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ID · bank card &amp; PIN · codes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Grant details · children's faces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Where you are — with strangers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A-P09 · Keep it private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A-P09-ART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Share or not?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16 cards, 3 piles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281940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Fine · trusted face to face · never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381508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15080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10 minutes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Share or not — three piles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Lock your WhatsApp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Two-step verification: on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Groups and photo: My contacts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Never send the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Lock your chats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Stop · Check · 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STOP — don't click, pay, send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CHECK — call the number you know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ASK — someone you trust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A-P10 · Stop · Check ·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A-P10-ART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Scam or real?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10 message cards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281940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Scam · Real · Not sure — check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381508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Name the warning 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A-P10 · Stop · Check ·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A-P10-ART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Voices and videos can lie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A voice can be copied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A famous face can be faked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Check the message, not the picture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A-P11 · Fake voices, fake videos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A-P11-ART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Family code word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Pairs: one "in trouble", one asks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Agree it face to face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Never write it 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family code 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POSTER A-P12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A-D2-15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15 / 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DAY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AI at work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Human or machine?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A-P12 · AI drafts, you own 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A-P12-ART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16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AI drafts. You own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Facts true? Sounds like me?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Nothing private?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Would I sign it?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A-P12 · AI drafts, you own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A-P12-ART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Draft it, fix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A: selling message · B: price list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C: CV · D: funding request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Red pen: the four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Red pen on the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00360" y="457200"/>
            <a:ext cx="1143000" cy="32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solidFill>
            <a:srgbClr val="D6336C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Verdana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958596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11111"/>
                </a:solidFill>
                <a:latin typeface="Impact"/>
              </a:rPr>
              <a:t>Scan a till slip — then check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58800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199948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195376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9537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199948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Records → Spent → scan a slip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2995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949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49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995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Check total, item, shop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3990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3945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45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990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The slip wins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1981200"/>
            <a:ext cx="5608320" cy="408127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1862328"/>
            <a:ext cx="5608320" cy="408127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2000" y="294284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0" y="294284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94868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Screen: till slip read in Records → Spent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PHOTO · A-PHO-05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00360" y="457200"/>
            <a:ext cx="1143000" cy="32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solidFill>
            <a:srgbClr val="D6336C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Verdana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958596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Impact"/>
              </a:rPr>
              <a:t>Read the report before it goes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4134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0528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20071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0071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0528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Generate a report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276606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720340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2034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76606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Underline anything not true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376174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3716020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71602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76174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Correct it before it's sent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2034540"/>
            <a:ext cx="5608320" cy="40279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1915668"/>
            <a:ext cx="5608320" cy="402793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2000" y="296951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0" y="296951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97535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Screen: an AI-written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PHOTO · A-PHO-06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20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Only people can do this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Feel your soil · measure the rain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Elders' knowledge · your mentor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Our languages: double-check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A-P13 · What AI can't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A-P13-ART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Fair and green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Weaker in our languages — double-check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Tell it who you are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One good question beats ten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Fair and green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My AI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Use AI for · always ask a person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My data rule · my safety step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One person I will teach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A-P14 · My AI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A-P14-ART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Well 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Use it to think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Ask a person to decide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Check before you trust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Certificate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