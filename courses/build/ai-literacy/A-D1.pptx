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A-D1-S0. Register and consent happen at the door before this slide. Greet in the local</a:t>
            </a:r>
          </a:p>
          <a:p>
            <a:r>
              <a:t>language. Agree the call and response ("Buza!" — "Hlola!": ask, then check). Run the start quiz</a:t>
            </a:r>
          </a:p>
          <a:p>
            <a:r>
              <a:t>in the A/B/C corners (README). Don't correct answers today. End with the day promise.</a:t>
            </a:r>
          </a:p>
          <a:p/>
          <a:p>
            <a:r>
              <a:t>Poster: A-P01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09:30. Make groups of 5 first; every group has a phone. Materials person is also the</a:t>
            </a:r>
          </a:p>
          <a:p>
            <a:r>
              <a:t>Phone Keeper. Groups add one rule each. Read the four phone rules. Thumbs up.</a:t>
            </a:r>
          </a:p>
          <a:p/>
          <a:p>
            <a:r>
              <a:t>Poster: A-P01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09:45. Switch to the room: the Guessing Machine role-play is done live, not on the</a:t>
            </a:r>
          </a:p>
          <a:p>
            <a:r>
              <a:t>screen. Put this slide up while the co-facilitator tallies on flipchart.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A-D1-S1. Three sentence starts; tally; put on the AI sign; answer the most common word; the</a:t>
            </a:r>
          </a:p>
          <a:p>
            <a:r>
              <a:t>coughing goat (confident, unsafe); maize "April" (northern seasons). Take the sign off:</a:t>
            </a:r>
          </a:p>
          <a:p>
            <a:r>
              <a:t>"Now I'm me again." The clip is optional — show after the role-play, never instead of it.</a:t>
            </a:r>
          </a:p>
          <a:p/>
          <a:p>
            <a:r>
              <a:t>Poster: A-P02</a:t>
            </a:r>
          </a:p>
          <a:p>
            <a:r>
              <a:t>Clip A-ANI-01: public/course-media/ai-literacy/A-ANI-01.mp4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A-D1-S1. Point to the four callouts. Ask: "What doesn't it know about your farm?"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10:00. Read the 8 statements from the day file one by one; ask one stander and one</a:t>
            </a:r>
          </a:p>
          <a:p>
            <a:r>
              <a:t>sitter "why?"; give the one-line answer. Cut 6 and 8 if short.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10:10. Groups with a phone find three places; everyone types "Good m…" and watches the</a:t>
            </a:r>
          </a:p>
          <a:p>
            <a:r>
              <a:t>keyboard guess. Picture cards K-02 for sorting. Language time, then take home: show someone the</a:t>
            </a:r>
          </a:p>
          <a:p>
            <a:r>
              <a:t>keyboard guessing.</a:t>
            </a:r>
          </a:p>
          <a:p/>
          <a:p>
            <a:r>
              <a:t>Poster: A-P03</a:t>
            </a:r>
          </a:p>
          <a:p>
            <a:r>
              <a:t>Also: A-IMG-02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10:50. Hook: "What did you spend on data last week?"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10:55. Connect to course Wi-Fi. Learners tap it themselves; talk them through. Menus</a:t>
            </a:r>
          </a:p>
          <a:p>
            <a:r>
              <a:t>differ by phone — use the search box in Settings.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A-D1-S2. Never take a learner's phone. Walk round. Five minutes left at 11:10.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11:15. First do the AI-desk demo: "Spinach?" → B-00 (useless). Then the five fingers.</a:t>
            </a:r>
          </a:p>
          <a:p>
            <a:r>
              <a:t>Then the full question → B-01 (useful). Ask: which helped more?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A-D1-S2. Pairs say the five fingers to each other in their own language (3 minutes).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11:30. [PAPER]: an AI chat learners already have (e.g. Meta AI in WhatsApp, where it</a:t>
            </a:r>
          </a:p>
          <a:p>
            <a:r>
              <a:t>shows) — or the AI desk, where the co-facilitator reads the B-cards. A different learner asks</a:t>
            </a:r>
          </a:p>
          <a:p>
            <a:r>
              <a:t>each card. 12:00: round 2 — ask again: shorter; in isiZulu (is the language good?); "what else</a:t>
            </a:r>
          </a:p>
          <a:p>
            <a:r>
              <a:t>do you need to know?" Debrief at 12:15; hand out Question Hand cards.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 [APP], 11:30. Show your own phone first (1 min). Lima is the app's AI helper — it can</a:t>
            </a:r>
          </a:p>
          <a:p>
            <a:r>
              <a:t>still be wrong. Same recording as the [PAPER] track: 3 main points and one "?".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13:15. Energiser first: Broken Telephone. Then voice typing in pairs — English, then</a:t>
            </a:r>
          </a:p>
          <a:p>
            <a:r>
              <a:t>first language; read back and fix. Tally: did our language work?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13:35. Show two photos: blurry vs clear. Point the five callouts. Add: both sides of a</a:t>
            </a:r>
          </a:p>
          <a:p>
            <a:r>
              <a:t>sick leaf, and the whole plant.</a:t>
            </a:r>
          </a:p>
          <a:p/>
          <a:p>
            <a:r>
              <a:t>Poster: A-P06</a:t>
            </a:r>
          </a:p>
          <a:p>
            <a:r>
              <a:t>Also: A-P06-ART</a:t>
            </a:r>
          </a:p>
          <a:p>
            <a:r>
              <a:t>Clip A-ANI-02: public/course-media/ai-literacy/A-ANI-02.mp4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 [PAPER], 13:42. Google Lens or a chat photo; no-phone groups use the plant photo cards</a:t>
            </a:r>
          </a:p>
          <a:p>
            <a:r>
              <a:t>(K-04) at the AI desk. Weigh station: AI guess vs the scale. Tree: ask the elders. Fill the</a:t>
            </a:r>
          </a:p>
          <a:p>
            <a:r>
              <a:t>Photo check sheet (K-03). Rotate on "Buza!".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 [APP]. Lima Vision gives a crop, rough kg, weeks to harvest and a confidence label.</a:t>
            </a:r>
          </a:p>
          <a:p>
            <a:r>
              <a:t>Weigh my harvest: photo with a 2 litre bottle beside the produce — then weigh on the scale and</a:t>
            </a:r>
          </a:p>
          <a:p>
            <a:r>
              <a:t>compare. Tree ID: whole tree, leaves, trunk if asked; check the name with the elders. "Protected"</a:t>
            </a:r>
          </a:p>
          <a:p>
            <a:r>
              <a:t>or "invasive" = a lead to check with the extension officer, not a final answer.</a:t>
            </a:r>
          </a:p>
          <a:p/>
          <a:p>
            <a:r>
              <a:t>Poster: A-P06</a:t>
            </a:r>
          </a:p>
          <a:p>
            <a:r>
              <a:t>Also: A-PHO-04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14:22. Three-question debrief. Each station's last group reports.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A-D1-S4, 14:45. Learners use My AI answer cards (K-05). Group phone rotates; AI desk for</a:t>
            </a:r>
          </a:p>
          <a:p>
            <a:r>
              <a:t>no-phone learners. 15:25: green/orange/red dot. Pin cards on "To check tomorrow" (or keep them —</a:t>
            </a:r>
          </a:p>
          <a:p>
            <a:r>
              <a:t>private questions stay private). Medical or animal emergency: stop, help them call now.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A-D1-SC, 15:40. One word; group take-home actions; Question Tree; phones, power banks and card</a:t>
            </a:r>
          </a:p>
          <a:p>
            <a:r>
              <a:t>sets back. After: log data used, PM register, daily report, pick 3 answer cards for tomorrow.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A-D1-01   ·   Poster A-P01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AI Literacy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Using AI safely and usefully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Day 1 of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A-D1-02   ·   Poster A-P01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Learn together, phones too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Phones silent, not away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Share the turn; ask before photos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Private stays private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A-P01 · Our class and phone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circle of eight seated learners of mixed ages and genders under a tree — a gogo with a headscarf, a young man in a cap, a young woman, an older man with a walking stick. Two pairs lean over one shared phone together, smiling. A third phone lies face-down on a knee (silent). One young woman holds up a hand to a person with a phone camera, palm out,…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A-D1-03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What is 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What is AI?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Let's play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A-D1-04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The Guessing Machine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Finish the sentence — shout it!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The machine picks the most common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Is the machine right about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ANIMATION · A-ANI-01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guessing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Picture-only sentence game. 0–4 s: many small picture tiles (cups of tea, coffee mugs, water glasses, bowls of amahewu — tea cups most numerous) stream from the left into a simple phone-shaped machine. 4–8 s: a half-sentence picture appears (a sunrise + a person + a cup outline with a question mark). 8–11 s: the machine "thinks" (bubble pulses)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A-D1-05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AI is a fast guesser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Learned from lots of words, pictures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Sounds sure — even when wrong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Knows only what you show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A-P02 · AI is a guessing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Centre: a friendly, simple machine made of a phone shape with a big thought bubble. Left side feeding into it: a tall stream of many small paper pages, books and photographs flying in (the training). Right side coming out: three speech bubbles; the top one has a big tick shape, the middle one a tick, the bottom one a cross — but all three bubbles look…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A-D1-06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True or false? Stand or 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Stand = true · Sit = false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8 statements about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A-P02-ART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A-P02 · AI is a guessing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Centre: a friendly, simple machine made of a phone shape with a big thought bubble. Left side feeding into it: a tall stream of many small paper pages, books and photographs flying in (the training). Right side coming out: three speech bubbles; the top one has a big tick shape, the middle one a tick, the bottom one a cross — but all three bubbles look…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A-D1-07   ·   Poster A-P03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AI is already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Keyboard, mic, camera, chat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Translate, videos, spam warnings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Garden app helper (Lima)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A-P03 · Where you already meet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large phone in the centre, drawn slightly tilted, held in a youth's hand. Around it, six icon "islands" joined to the phone by dotted lines: a keyboard with three suggestion bubbles above it; a microphone; a chat bubble with a small round ring icon; a camera frame over a leaf; two overlapping speech bubbles (translation); a small seedling in a circle…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A-D1-08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Ask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Phone ready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Then the Question Hand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A-P04 · Save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A-D1-09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Make your data last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WhatsApp auto-download: off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Photos: standard · Data saver: on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Updates on Wi-Fi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A-P04 · Save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A-D1-10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Phone 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Every phone: 4 settings, 15 minutes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You tap, the group reads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Stuck? Help Desk at lunch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A-P04 · Save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Ask with your whole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Who I am · What I have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What I want · How to answer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Ask again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A-P05 · The Question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A-D1-12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One word or five fingers?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"Spinach?" → a long, useless answer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Five fingers → 3 useful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A-P05 · The Question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A-D1-13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Ask a farm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4 prompt cards per group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Write the five fingers, then ask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Recorder: 3 main points + one "?"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A-D1-14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Ask Lima in the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Open ImbewuField · tap the help strip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Ask with the whole hand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Read it aloud in our language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A-PHO-01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the Lima help 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Screenshot captured on Day 0 from a **sample/demo account** (no real farmer data): ImbewuField Home with the Lima help strip at the bottom, then Lima answering a Question-Hand question about spinach holes. Crop to the phone frame. Recapture before each course if the screen has changed. Blur anything personal.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A-D1-15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Say it. Show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Your voice and a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A-P06 · Ask with your voice and a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Top half: an older man speaking into a phone held near his mouth, a sound-wave shape flowing into the phone; a small keyboard with a microphone key glows. Bottom half: a young woman crouched by a bed, photographing a single leaf with holes. Sun behind her in the **north** (upper part of the sky, compass rose in the corner showing N up), her shadow…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A-D1-16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 clear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Light behind you · close · still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One thing · show the size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Ask before a person is in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ANIMATION · A-ANI-02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Good photo, bad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Phone camera view of a leaf with holes. 0–3 s: dark, blurry, far away, sun flaring in the lens. 3–6 s: the photographer turns so the sun (north, top of sky) is behind her — flare gone. 6–9 s: phone moves close; leaf fills the frame. 9–11 s: a finger taps the leaf — it snaps sharp. 11–13 s: a flat hand slides in beside the leaf for size; a tick appears.…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A-D1-17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Photo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Plant · Weigh · Tree — 12 min each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What did AI say? How sure?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How did we check? Right?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Weigh it to check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At a table outside, a young man photographs a bag of carrots and potatoes with a 2 ℓ plastic water bottle beside it for size. Next to him, an older woman places the same bag on a simple kitchen scale; the dial pointer is visible (no numbers readable). The two look at each other, comparing. Station feel: other groups in the background at a…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A-D1-18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Lima Vision and Tree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What's growing? · Weigh my harvest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Tree ID on the venue tree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Low confidence = a guess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A-PHO-03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Two screenshots from a demo account: "What's growing" result (crop, rough kg, weeks to harvest, confidence pill) and "Weigh my harvest" result (estimated kg, confidence pill). Use a real test photo of a bed and of produce beside a 2 ℓ bottle.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A-D1-19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What did we learn from photos?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What did AI get right? Wrong?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How did we check?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The scale wins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Weigh it to check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At a table outside, a young man photographs a bag of carrots and potatoes with a 2 ℓ plastic water bottle beside it for size. Next to him, an older woman places the same bag on a simple kitchen scale; the dial pointer is visible (no numbers readable). The two look at each other, comparing. Station feel: other groups in the background at a…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A-D1-20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My real farm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Build it with five fingers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Ask it — voice or typing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How bad if wrong? Colour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A-P05 · The Question Hand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A-D1-21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Closing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One word about today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Take home: ask with the whole hand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Tomorrow: check before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